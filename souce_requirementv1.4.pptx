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1791" r:id="rId5"/>
    <p:sldId id="524" r:id="rId6"/>
    <p:sldId id="2089" r:id="rId7"/>
    <p:sldId id="2108" r:id="rId8"/>
    <p:sldId id="2117" r:id="rId9"/>
    <p:sldId id="2109" r:id="rId10"/>
    <p:sldId id="2110" r:id="rId11"/>
    <p:sldId id="2111" r:id="rId12"/>
    <p:sldId id="2118" r:id="rId13"/>
    <p:sldId id="2090" r:id="rId14"/>
    <p:sldId id="2106" r:id="rId15"/>
    <p:sldId id="2107" r:id="rId16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dongxue" initials="ldx" lastIdx="3" clrIdx="0"/>
  <p:cmAuthor id="797" name="未知用户443" initials="未" lastIdx="1" clrIdx="0"/>
  <p:cmAuthor id="1" name="HP" initials="H" lastIdx="1" clrIdx="0"/>
  <p:cmAuthor id="798" name="未知用户411" initials="未" lastIdx="3" clrIdx="1"/>
  <p:cmAuthor id="2" name="wang liyuan" initials="wl" lastIdx="1" clrIdx="1"/>
  <p:cmAuthor id="799" name="未知用户444" initials="未" lastIdx="6" clrIdx="0"/>
  <p:cmAuthor id="3" name="Ren Li(联通集团联通系统集成有限公司)" initials="RL" lastIdx="1" clrIdx="2"/>
  <p:cmAuthor id="800" name="未知用户413" initials="未" lastIdx="1" clrIdx="1"/>
  <p:cmAuthor id="4" name="系统修改" initials="yuh111" lastIdx="5" clrIdx="3"/>
  <p:cmAuthor id="801" name="未知用户445" initials="未" lastIdx="1" clrIdx="0"/>
  <p:cmAuthor id="5" name="Smith" initials="S" lastIdx="2" clrIdx="4"/>
  <p:cmAuthor id="802" name="未知用户446" initials="未" lastIdx="1" clrIdx="0"/>
  <p:cmAuthor id="6" name="wang xiaoyu" initials="wx" lastIdx="1" clrIdx="5"/>
  <p:cmAuthor id="803" name="未知用户447" initials="未" lastIdx="1" clrIdx="0"/>
  <p:cmAuthor id="7" name="孙亮" initials="孙" lastIdx="1" clrIdx="6"/>
  <p:cmAuthor id="287643683" name="王 曦" initials="王" lastIdx="1" clrIdx="13"/>
  <p:cmAuthor id="804" name="未知用户448" initials="未" lastIdx="1" clrIdx="0"/>
  <p:cmAuthor id="8" name="14718" initials="1" lastIdx="1" clrIdx="7"/>
  <p:cmAuthor id="287643684" name="Aqf" initials="A" lastIdx="1" clrIdx="36"/>
  <p:cmAuthor id="805" name="未知用户333" initials="未" lastIdx="1" clrIdx="0"/>
  <p:cmAuthor id="9" name="未知用户3" initials="未" lastIdx="0" clrIdx="2"/>
  <p:cmAuthor id="287643685" name="13709759491@139.com" initials="1" lastIdx="1" clrIdx="49"/>
  <p:cmAuthor id="806" name="未知用户417" initials="未" lastIdx="1" clrIdx="0"/>
  <p:cmAuthor id="10" name="xujh" initials="x" lastIdx="1" clrIdx="9"/>
  <p:cmAuthor id="287643686" name="zhao jia" initials="zj" lastIdx="1" clrIdx="47"/>
  <p:cmAuthor id="807" name="未知用户449" initials="未" lastIdx="1" clrIdx="0"/>
  <p:cmAuthor id="11" name="Unicom" initials="U" lastIdx="2" clrIdx="10"/>
  <p:cmAuthor id="287643687" name="cheng" initials="c" lastIdx="13" clrIdx="0"/>
  <p:cmAuthor id="808" name="未知用户418" initials="未" lastIdx="1" clrIdx="0"/>
  <p:cmAuthor id="12" name="yuxue" initials="y" lastIdx="1" clrIdx="3"/>
  <p:cmAuthor id="287643688" name="方少_UbQfrimU" initials="authorId_442114952" lastIdx="0" clrIdx="0"/>
  <p:cmAuthor id="809" name="未知用户450" initials="未" lastIdx="6" clrIdx="0"/>
  <p:cmAuthor id="13" name="杨国" initials="杨" lastIdx="3" clrIdx="0"/>
  <p:cmAuthor id="287643689" name="叶盛_Q3A3IfEf" initials="authorId_506280334" lastIdx="0" clrIdx="0"/>
  <p:cmAuthor id="810" name="未知用户423" initials="未" lastIdx="0" clrIdx="0"/>
  <p:cmAuthor id="14" name="李岩（IT）" initials="李" lastIdx="2" clrIdx="13"/>
  <p:cmAuthor id="287643690" name="Harley._bEJrUJ7r" initials="authorId_432156705" lastIdx="0" clrIdx="0"/>
  <p:cmAuthor id="811" name="未知用户424" initials="未" lastIdx="5" clrIdx="0"/>
  <p:cmAuthor id="15" name="13686" initials="1" lastIdx="1" clrIdx="14"/>
  <p:cmAuthor id="287643691" name="罗平_VB7vJb2E" initials="authorId_305049361" lastIdx="0" clrIdx="0"/>
  <p:cmAuthor id="812" name="未知用户425" initials="未" lastIdx="3" clrIdx="1"/>
  <p:cmAuthor id="16" name="周辉" initials="周" lastIdx="1" clrIdx="15"/>
  <p:cmAuthor id="287643692" name="xixi_nUjqe22E" initials="authorId_359229261" lastIdx="0" clrIdx="0"/>
  <p:cmAuthor id="813" name="未知用户451" initials="未" lastIdx="1" clrIdx="0"/>
  <p:cmAuthor id="17" name="蔡建楠" initials="caijianna" lastIdx="15" clrIdx="17"/>
  <p:cmAuthor id="287643693" name="安安_zm6nYnYZ" initials="authorId_347340296" lastIdx="0" clrIdx="0"/>
  <p:cmAuthor id="814" name="未知用户452" initials="未" lastIdx="1" clrIdx="0"/>
  <p:cmAuthor id="18" name="sx_xuzx" initials="s" lastIdx="26" clrIdx="17"/>
  <p:cmAuthor id="815" name="未知用户453" initials="未" lastIdx="1" clrIdx="0"/>
  <p:cmAuthor id="19" name="tplife" initials="t" lastIdx="2" clrIdx="0"/>
  <p:cmAuthor id="816" name="未知用户454" initials="未" lastIdx="1" clrIdx="2"/>
  <p:cmAuthor id="20" name="孟 昕" initials="孟" lastIdx="1" clrIdx="18"/>
  <p:cmAuthor id="146566726" name="高飞" initials="高" lastIdx="0" clrIdx="0"/>
  <p:cmAuthor id="287643696" name="周君_MfIffYra" initials="authorId_375419134" lastIdx="0" clrIdx="0"/>
  <p:cmAuthor id="817" name="未知用户455" initials="未" lastIdx="1" clrIdx="0"/>
  <p:cmAuthor id="21" name="gxy" initials="g" lastIdx="1" clrIdx="20"/>
  <p:cmAuthor id="146566727" name="xzb1" initials="x" lastIdx="1" clrIdx="1"/>
  <p:cmAuthor id="818" name="未知用户456" initials="未" lastIdx="2" clrIdx="0"/>
  <p:cmAuthor id="22" name="刘建玲" initials="刘" lastIdx="1" clrIdx="21"/>
  <p:cmAuthor id="819" name="未知用户457" initials="未" lastIdx="10" clrIdx="0"/>
  <p:cmAuthor id="23" name="李楠10047711" initials="李楠10047711" lastIdx="2" clrIdx="31"/>
  <p:cmAuthor id="820" name="未知用户458" initials="未" lastIdx="1" clrIdx="0"/>
  <p:cmAuthor id="24" name="闫丽娟00014464" initials="闫" lastIdx="3" clrIdx="0"/>
  <p:cmAuthor id="821" name="風輕 雲淡" initials="風輕" lastIdx="1" clrIdx="511"/>
  <p:cmAuthor id="25" name="关全全10258021" initials="关全全10258021" lastIdx="10" clrIdx="36"/>
  <p:cmAuthor id="822" name="liu yuhang" initials="ly" lastIdx="18" clrIdx="545"/>
  <p:cmAuthor id="26" name="张燕00036635" initials="张燕00036635" lastIdx="1" clrIdx="37"/>
  <p:cmAuthor id="823" name="张青山" initials="张青山" lastIdx="1" clrIdx="546"/>
  <p:cmAuthor id="27" name="赵欣" initials="zx" lastIdx="4" clrIdx="37"/>
  <p:cmAuthor id="824" name="Steve Jobs" initials="S" lastIdx="1" clrIdx="823"/>
  <p:cmAuthor id="28" name="chenyuan" initials="c" lastIdx="3" clrIdx="38"/>
  <p:cmAuthor id="825" name="mc" initials="m" lastIdx="1" clrIdx="824"/>
  <p:cmAuthor id="29" name="沈霄雷" initials="沈" lastIdx="833089" clrIdx="0"/>
  <p:cmAuthor id="30" name="闫永婷" initials="authorId_145877154" lastIdx="0" clrIdx="0"/>
  <p:cmAuthor id="31" name="admin" initials="a" lastIdx="1" clrIdx="28"/>
  <p:cmAuthor id="32" name="殷格非" initials="殷" lastIdx="2" clrIdx="0"/>
  <p:cmAuthor id="33" name="z r" initials="zr" lastIdx="5" clrIdx="12"/>
  <p:cmAuthor id="34" name="李奇" initials="奇奇" lastIdx="1" clrIdx="23"/>
  <p:cmAuthor id="35" name="小延魔法师" initials="小" lastIdx="1126286" clrIdx="0"/>
  <p:cmAuthor id="832" name="LiuYan" initials="L" lastIdx="1" clrIdx="831"/>
  <p:cmAuthor id="36" name="郭 浩" initials="郭" lastIdx="2" clrIdx="25"/>
  <p:cmAuthor id="833" name="刘" initials="刘" lastIdx="1" clrIdx="832"/>
  <p:cmAuthor id="37" name="渠沛" initials="渠" lastIdx="1" clrIdx="35"/>
  <p:cmAuthor id="834" name="fangang2" initials="f" lastIdx="1" clrIdx="833"/>
  <p:cmAuthor id="38" name="潘 晨" initials="潘" lastIdx="2" clrIdx="18"/>
  <p:cmAuthor id="39" name="song manyi" initials="sm" lastIdx="4" clrIdx="19"/>
  <p:cmAuthor id="836" name="user" initials="u" lastIdx="1" clrIdx="835"/>
  <p:cmAuthor id="40" name="go640" initials="g" lastIdx="1" clrIdx="25"/>
  <p:cmAuthor id="475196944" name="姚琳" initials="姚" lastIdx="1133934" clrIdx="0"/>
  <p:cmAuthor id="837" name="Lenovo" initials="L" lastIdx="1" clrIdx="836"/>
  <p:cmAuthor id="41" name="zheng zheng" initials="zz" lastIdx="1" clrIdx="26"/>
  <p:cmAuthor id="475196945" name="chen" initials="c" lastIdx="1" clrIdx="2"/>
  <p:cmAuthor id="42" name="xingwei hou" initials="xh" lastIdx="6" clrIdx="34"/>
  <p:cmAuthor id="475196946" name="王 成岩" initials="王" lastIdx="1" clrIdx="23"/>
  <p:cmAuthor id="43" name="李婷婷" initials="李" lastIdx="1" clrIdx="41"/>
  <p:cmAuthor id="44" name="guocc" initials="g" lastIdx="1" clrIdx="1"/>
  <p:cmAuthor id="45" name="未知的使用者1" initials="未" lastIdx="8" clrIdx="0"/>
  <p:cmAuthor id="46" name="未知的使用者2" initials="未" lastIdx="1" clrIdx="0"/>
  <p:cmAuthor id="843" name="10015046" initials="1" lastIdx="1" clrIdx="842"/>
  <p:cmAuthor id="47" name="未知的使用者7" initials="未" lastIdx="1" clrIdx="0"/>
  <p:cmAuthor id="48" name="zhangxc210" initials="z" lastIdx="22" clrIdx="47"/>
  <p:cmAuthor id="49" name="wyao8" initials="w" lastIdx="1" clrIdx="48"/>
  <p:cmAuthor id="846" name="未知用户271" initials="未" lastIdx="1" clrIdx="0"/>
  <p:cmAuthor id="50" name="未知的使用者21" initials="未" lastIdx="1" clrIdx="0"/>
  <p:cmAuthor id="847" name="未知用户388" initials="未" lastIdx="1" clrIdx="0"/>
  <p:cmAuthor id="51" name="yyx" initials="y" lastIdx="1" clrIdx="50"/>
  <p:cmAuthor id="52" name="lantj" initials="l" lastIdx="1" clrIdx="51"/>
  <p:cmAuthor id="849" name="未知用户224" initials="未" lastIdx="5" clrIdx="0"/>
  <p:cmAuthor id="53" name="zhangjj" initials="z" lastIdx="1" clrIdx="52"/>
  <p:cmAuthor id="54" name="Shirley" initials="S" lastIdx="2" clrIdx="53"/>
  <p:cmAuthor id="55" name="未知的使用者70" initials="" lastIdx="1" clrIdx="0"/>
  <p:cmAuthor id="56" name="未知的使用者85" initials="" lastIdx="1" clrIdx="0"/>
  <p:cmAuthor id="57" name="wumeng" initials="w" lastIdx="1" clrIdx="56"/>
  <p:cmAuthor id="58" name="未知的使用者87" initials="" lastIdx="1" clrIdx="0"/>
  <p:cmAuthor id="59" name="曾红" initials="" lastIdx="0" clrIdx="0"/>
  <p:cmAuthor id="856" name="未知用户259" initials="未" lastIdx="1" clrIdx="0"/>
  <p:cmAuthor id="60" name="未知的使用者90" initials="" lastIdx="8" clrIdx="0"/>
  <p:cmAuthor id="61" name="張秀娟" initials="張" lastIdx="1" clrIdx="2"/>
  <p:cmAuthor id="62" name="未知的使用者34" initials="未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qihua-DCMS" initials="q" lastIdx="0" clrIdx="0"/>
  <p:cmAuthor id="864" name="未知用户270" initials="未" lastIdx="1" clrIdx="0"/>
  <p:cmAuthor id="68" name="Unknown User48" initials="" lastIdx="8" clrIdx="0"/>
  <p:cmAuthor id="69" name="未知用户82" initials="未知用户82" lastIdx="1" clrIdx="0"/>
  <p:cmAuthor id="70" name="未知用户83" initials="未知用户83" lastIdx="1" clrIdx="0"/>
  <p:cmAuthor id="71" name="未知用户84" initials="未知用户84" lastIdx="5" clrIdx="0"/>
  <p:cmAuthor id="868" name="俊呈 賴" initials="俊" lastIdx="1" clrIdx="87"/>
  <p:cmAuthor id="72" name="未知用户137" initials="未知用户137" lastIdx="10" clrIdx="0"/>
  <p:cmAuthor id="73" name="未知用户21" initials="未" lastIdx="1" clrIdx="0"/>
  <p:cmAuthor id="74" name="未知用户138" initials="未知用户138" lastIdx="0" clrIdx="1"/>
  <p:cmAuthor id="871" name="Nero" initials="N" lastIdx="2" clrIdx="0"/>
  <p:cmAuthor id="75" name="作者" initials="A" lastIdx="0" clrIdx="24"/>
  <p:cmAuthor id="872" name="yifan song" initials="y" lastIdx="1" clrIdx="85"/>
  <p:cmAuthor id="76" name="lenov" initials="l" lastIdx="3" clrIdx="25"/>
  <p:cmAuthor id="77" name="蒋善武" initials="u" lastIdx="1" clrIdx="26"/>
  <p:cmAuthor id="78" name="G W" initials="GW" lastIdx="1" clrIdx="27"/>
  <p:cmAuthor id="875" name="v15194" initials="v" lastIdx="13" clrIdx="51"/>
  <p:cmAuthor id="79" name="未知的使用者16" initials="未" lastIdx="6" clrIdx="0"/>
  <p:cmAuthor id="876" name="莊安君" initials="莊" lastIdx="1" clrIdx="65"/>
  <p:cmAuthor id="80" name="未知的使用者13" initials="未" lastIdx="1" clrIdx="0"/>
  <p:cmAuthor id="81" name="未知的使用者14" initials="未" lastIdx="2" clrIdx="0"/>
  <p:cmAuthor id="82" name="廖麗華" initials="廖" lastIdx="1" clrIdx="0"/>
  <p:cmAuthor id="879" name="陳建璋" initials="陳" lastIdx="2" clrIdx="85"/>
  <p:cmAuthor id="83" name="未知的使用者12" initials="未" lastIdx="1" clrIdx="0"/>
  <p:cmAuthor id="880" name="建璋" initials="建" lastIdx="1" clrIdx="86"/>
  <p:cmAuthor id="84" name="未知用户129" initials="未知用户129" lastIdx="1" clrIdx="0"/>
  <p:cmAuthor id="85" name="唐可欣" initials="唐" lastIdx="1" clrIdx="0"/>
  <p:cmAuthor id="882" name="77482" initials="7" lastIdx="2" clrIdx="548"/>
  <p:cmAuthor id="86" name="王鹏凯" initials="" lastIdx="1" clrIdx="0"/>
  <p:cmAuthor id="883" name="未知用户265" initials="未" lastIdx="2" clrIdx="0"/>
  <p:cmAuthor id="87" name="未知的使用者35" initials="未" lastIdx="1" clrIdx="0"/>
  <p:cmAuthor id="884" name="未知用户267" initials="未" lastIdx="1" clrIdx="0"/>
  <p:cmAuthor id="88" name="未知的使用者33" initials="未" lastIdx="1" clrIdx="0"/>
  <p:cmAuthor id="885" name="liuxie" initials="l" lastIdx="1" clrIdx="588"/>
  <p:cmAuthor id="89" name="Admin" initials="A" lastIdx="1" clrIdx="2"/>
  <p:cmAuthor id="90" name="未知的使用者93" initials="" lastIdx="1" clrIdx="1"/>
  <p:cmAuthor id="887" name="未知用户241" initials="未" lastIdx="0" clrIdx="1"/>
  <p:cmAuthor id="91" name="范作霖" initials="范" lastIdx="1" clrIdx="22"/>
  <p:cmAuthor id="888" name="未知用户242" initials="未" lastIdx="3" clrIdx="0"/>
  <p:cmAuthor id="92" name="LeeElva" initials="" lastIdx="1" clrIdx="0"/>
  <p:cmAuthor id="29922660" name="杨强" initials="杨" lastIdx="0" clrIdx="0"/>
  <p:cmAuthor id="93" name="未知用户99" initials="" lastIdx="1" clrIdx="2"/>
  <p:cmAuthor id="29922661" name="檀晟 陈" initials="檀晟" lastIdx="1" clrIdx="10"/>
  <p:cmAuthor id="890" name="未知用户227" initials="未" lastIdx="1" clrIdx="0"/>
  <p:cmAuthor id="94" name="杨静" initials="杨" lastIdx="1" clrIdx="22"/>
  <p:cmAuthor id="891" name="未知用户298" initials="未" lastIdx="1" clrIdx="0"/>
  <p:cmAuthor id="95" name="未知的使用者115" initials="" lastIdx="1" clrIdx="1"/>
  <p:cmAuthor id="892" name="未知用户299" initials="未" lastIdx="1" clrIdx="0"/>
  <p:cmAuthor id="96" name="未知用户57" initials="" lastIdx="1" clrIdx="0"/>
  <p:cmAuthor id="97" name="lianghb" initials="" lastIdx="19" clrIdx="0"/>
  <p:cmAuthor id="894" name="未知用户302" initials="未" lastIdx="1" clrIdx="0"/>
  <p:cmAuthor id="98" name="未知用户17" initials="" lastIdx="0" clrIdx="1"/>
  <p:cmAuthor id="99" name="Deanna Schuler (Bookey Consulting)" initials="" lastIdx="2" clrIdx="0"/>
  <p:cmAuthor id="100" name="未知的使用者57" initials="未" lastIdx="1" clrIdx="0"/>
  <p:cmAuthor id="101" name="未知的使用者42" initials="未" lastIdx="1" clrIdx="0"/>
  <p:cmAuthor id="898" name="許詩婕" initials="許" lastIdx="1" clrIdx="1"/>
  <p:cmAuthor id="102" name="毛香勤" initials="毛" lastIdx="26" clrIdx="6"/>
  <p:cmAuthor id="103" name="未知用户102" initials="" lastIdx="1" clrIdx="1"/>
  <p:cmAuthor id="900" name="minil" initials="m" lastIdx="4" clrIdx="589"/>
  <p:cmAuthor id="104" name="maxine" initials="" lastIdx="0" clrIdx="0"/>
  <p:cmAuthor id="901" name="15106" initials="1" lastIdx="4" clrIdx="0"/>
  <p:cmAuthor id="105" name="未知的使用者121" initials="" lastIdx="1" clrIdx="1"/>
  <p:cmAuthor id="106" name="杨彦伟" initials="杨" lastIdx="3" clrIdx="0"/>
  <p:cmAuthor id="903" name="赵 璐" initials="赵" lastIdx="4" clrIdx="0"/>
  <p:cmAuthor id="107" name="周元元" initials="" lastIdx="5" clrIdx="0"/>
  <p:cmAuthor id="904" name="Zhu, Hawk" initials="Z" lastIdx="1" clrIdx="0"/>
  <p:cmAuthor id="108" name="未知的使用者27" initials="" lastIdx="8" clrIdx="0"/>
  <p:cmAuthor id="905" name="tanjp" initials="t" lastIdx="0" clrIdx="491"/>
  <p:cmAuthor id="109" name="刘豹" initials="刘" lastIdx="0" clrIdx="0"/>
  <p:cmAuthor id="906" name="YS" initials="Y" lastIdx="1" clrIdx="86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910" name="Jdi" initials="J" lastIdx="0" clrIdx="0"/>
  <p:cmAuthor id="114" name="liupeng" initials="" lastIdx="1" clrIdx="1"/>
  <p:cmAuthor id="911" name="未知用户337" initials="未" lastIdx="1" clrIdx="0"/>
  <p:cmAuthor id="115" name="未知用户24" initials="" lastIdx="1" clrIdx="0"/>
  <p:cmAuthor id="912" name="未知用户239" initials="未" lastIdx="3" clrIdx="0"/>
  <p:cmAuthor id="116" name="AbuSina" initials="" lastIdx="2" clrIdx="0"/>
  <p:cmAuthor id="913" name="chenmh" initials="c" lastIdx="1" clrIdx="85"/>
  <p:cmAuthor id="117" name="hl sun" initials="" lastIdx="1" clrIdx="0"/>
  <p:cmAuthor id="914" name="CVTEr" initials="C" lastIdx="1" clrIdx="0"/>
  <p:cmAuthor id="118" name="未知的使用者94" initials="" lastIdx="1" clrIdx="2"/>
  <p:cmAuthor id="915" name="June C" initials="J" lastIdx="1" clrIdx="4"/>
  <p:cmAuthor id="119" name="未知用户66" initials="" lastIdx="1" clrIdx="0"/>
  <p:cmAuthor id="916" name="00270" initials="0" lastIdx="1" clrIdx="0"/>
  <p:cmAuthor id="120" name="郑汝鸿" initials="郑" lastIdx="2" clrIdx="0"/>
  <p:cmAuthor id="917" name="IBM_USER" initials="I" lastIdx="4" clrIdx="1"/>
  <p:cmAuthor id="121" name="未知用户19" initials="" lastIdx="1" clrIdx="0"/>
  <p:cmAuthor id="918" name="aa" initials="a" lastIdx="10" clrIdx="9"/>
  <p:cmAuthor id="122" name="周宏達JerryChou" initials="" lastIdx="6" clrIdx="2"/>
  <p:cmAuthor id="919" name="shinevin liu" initials="s" lastIdx="1" clrIdx="3"/>
  <p:cmAuthor id="123" name="邢辰凤" initials="邢" lastIdx="45" clrIdx="7"/>
  <p:cmAuthor id="920" name="Davidpeng" initials="D" lastIdx="1" clrIdx="10"/>
  <p:cmAuthor id="124" name="未知用户7" initials="" lastIdx="1" clrIdx="0"/>
  <p:cmAuthor id="921" name="dbc" initials="d" lastIdx="2" clrIdx="0"/>
  <p:cmAuthor id="125" name="未知的使用者56" initials="" lastIdx="1" clrIdx="0"/>
  <p:cmAuthor id="922" name="吴军影" initials="吴" lastIdx="10" clrIdx="0"/>
  <p:cmAuthor id="126" name="未知用户46" initials="未" lastIdx="1" clrIdx="1"/>
  <p:cmAuthor id="923" name="冯学沛" initials="冯" lastIdx="1" clrIdx="1"/>
  <p:cmAuthor id="127" name="未知的使用者119" initials="" lastIdx="1" clrIdx="2"/>
  <p:cmAuthor id="924" name="杨 超" initials="杨" lastIdx="1" clrIdx="3"/>
  <p:cmAuthor id="128" name="未知用户59" initials="" lastIdx="0" clrIdx="1"/>
  <p:cmAuthor id="129" name="未知的使用者22" initials="" lastIdx="8" clrIdx="0"/>
  <p:cmAuthor id="926" name="Rex" initials="R" lastIdx="0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441412215" name="tonghailan" initials="t" lastIdx="1126972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梁亚栋" initials="梁" lastIdx="776053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353158055" name="韩雨" initials="韩" lastIdx="0" clrIdx="0"/>
  <p:cmAuthor id="183" name="djj" initials="" lastIdx="2" clrIdx="0"/>
  <p:cmAuthor id="184" name="未知用户117" initials="" lastIdx="1" clrIdx="2"/>
  <p:cmAuthor id="185" name="未知的使用者9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周旭东" initials="周" lastIdx="1" clrIdx="15"/>
  <p:cmAuthor id="199" name="未知用户61" initials="" lastIdx="8" clrIdx="0"/>
  <p:cmAuthor id="200" name="周剑明" initials="周" lastIdx="1" clrIdx="16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健君" initials="" lastIdx="2" clrIdx="0"/>
  <p:cmAuthor id="215" name="未知的使用者84" initials="未" lastIdx="1" clrIdx="1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3" name="116304" initials="" lastIdx="1" clrIdx="1"/>
  <p:cmAuthor id="224" name="未知用户31" initials="未" lastIdx="1" clrIdx="1"/>
  <p:cmAuthor id="225" name="R affer" initials="" lastIdx="1" clrIdx="0"/>
  <p:cmAuthor id="226" name="cbm" initials="" lastIdx="1" clrIdx="0"/>
  <p:cmAuthor id="227" name="未知用户55" initials="" lastIdx="1" clrIdx="0"/>
  <p:cmAuthor id="228" name="未知的使用者95" initials="" lastIdx="1" clrIdx="0"/>
  <p:cmAuthor id="191251536" name="Liushuo(Beijing NPS)" initials="LN" lastIdx="2" clrIdx="25"/>
  <p:cmAuthor id="229" name="Unknown User50" initials="U" lastIdx="1" clrIdx="0"/>
  <p:cmAuthor id="191251537" name="liu dj" initials="ld" lastIdx="1" clrIdx="33"/>
  <p:cmAuthor id="230" name="未知的使用者32" initials="" lastIdx="1" clrIdx="0"/>
  <p:cmAuthor id="191251538" name="y x" initials="yx" lastIdx="1" clrIdx="34"/>
  <p:cmAuthor id="231" name="未知的使用者49" initials="" lastIdx="1" clrIdx="0"/>
  <p:cmAuthor id="191251539" name="changlu" initials="c" lastIdx="1" clrIdx="53"/>
  <p:cmAuthor id="232" name="Unknown User26" initials="U" lastIdx="1" clrIdx="1"/>
  <p:cmAuthor id="191251540" name="韩剑侠" initials="P" lastIdx="1" clrIdx="41"/>
  <p:cmAuthor id="233" name="yuexuejun" initials="" lastIdx="3" clrIdx="0"/>
  <p:cmAuthor id="191251541" name="sjzx" initials="s" lastIdx="1" clrIdx="25"/>
  <p:cmAuthor id="234" name="未知的使用者71" initials="" lastIdx="1" clrIdx="1"/>
  <p:cmAuthor id="191251542" name="yang.yuan" initials="y" lastIdx="0" clrIdx="17"/>
  <p:cmAuthor id="235" name="未知的使用者105" initials="" lastIdx="1" clrIdx="0"/>
  <p:cmAuthor id="191251543" name="王娟" initials="1" lastIdx="1" clrIdx="31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394525608" name="仇怿俊" initials="仇" lastIdx="0" clrIdx="0"/>
  <p:cmAuthor id="248" name="未知的使用者65" initials="" lastIdx="1" clrIdx="0"/>
  <p:cmAuthor id="394525609" name="Xiaosu Wang" initials="XW" lastIdx="1" clrIdx="24"/>
  <p:cmAuthor id="249" name="未知的使用者106" initials="" lastIdx="3" clrIdx="1"/>
  <p:cmAuthor id="394525610" name="yin gang" initials="yg" lastIdx="1" clrIdx="37"/>
  <p:cmAuthor id="250" name="未知的使用者107" initials="" lastIdx="1" clrIdx="1"/>
  <p:cmAuthor id="394525611" name="Wenjing zhou" initials="Wz" lastIdx="1" clrIdx="46"/>
  <p:cmAuthor id="251" name="未知的使用者108" initials="" lastIdx="1" clrIdx="0"/>
  <p:cmAuthor id="394525612" name="goulei" initials="g" lastIdx="2" clrIdx="41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10492765" name="施普希（菜菜）" initials="施" lastIdx="0" clrIdx="0"/>
  <p:cmAuthor id="283" name="未知用户71" initials="" lastIdx="1" clrIdx="0"/>
  <p:cmAuthor id="210492766" name="yu 1" initials="y1" lastIdx="1" clrIdx="19"/>
  <p:cmAuthor id="284" name="未知用户72" initials="" lastIdx="1" clrIdx="0"/>
  <p:cmAuthor id="210492767" name="李 嘉" initials="李" lastIdx="1" clrIdx="26"/>
  <p:cmAuthor id="285" name="未知用户73" initials="" lastIdx="2" clrIdx="0"/>
  <p:cmAuthor id="210492768" name="gus9@chinaunicom.cn" initials="g" lastIdx="4" clrIdx="27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6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K4-IML" initials="K" lastIdx="1" clrIdx="321"/>
  <p:cmAuthor id="323" name="ethel" initials="e" lastIdx="2" clrIdx="322"/>
  <p:cmAuthor id="324" name="李锦" initials="李" lastIdx="2" clrIdx="323"/>
  <p:cmAuthor id="325" name="zhouxm73" initials="z" lastIdx="1" clrIdx="324"/>
  <p:cmAuthor id="326" name="10331183" initials="1" lastIdx="1" clrIdx="325"/>
  <p:cmAuthor id="327" name="liuq" initials="l" lastIdx="1" clrIdx="326"/>
  <p:cmAuthor id="328" name="琚超" initials="琚" lastIdx="1" clrIdx="327"/>
  <p:cmAuthor id="329" name="xul54" initials="x" lastIdx="1" clrIdx="328"/>
  <p:cmAuthor id="330" name="沈阳" initials="沈" lastIdx="1" clrIdx="329"/>
  <p:cmAuthor id="331" name="qianyp" initials="q" lastIdx="2" clrIdx="330"/>
  <p:cmAuthor id="332" name="Liu, Hongqing (NSB - CN/Shanghai)" initials="L" lastIdx="1" clrIdx="41"/>
  <p:cmAuthor id="333" name="汪亦超" initials="汪" lastIdx="1" clrIdx="332"/>
  <p:cmAuthor id="334" name="何伟" initials="何" lastIdx="2" clrIdx="333"/>
  <p:cmAuthor id="383159678" name="FAN" initials="F" lastIdx="555744" clrIdx="0"/>
  <p:cmAuthor id="335" name="未知用户189" initials="未" lastIdx="2" clrIdx="0"/>
  <p:cmAuthor id="383159679" name="sunaoran" initials="s" lastIdx="2" clrIdx="3"/>
  <p:cmAuthor id="336" name="Unknown User69" initials="U" lastIdx="8" clrIdx="0"/>
  <p:cmAuthor id="337" name="raymond luan" initials="r" lastIdx="0" clrIdx="0"/>
  <p:cmAuthor id="338" name="thinkin" initials="t" lastIdx="1" clrIdx="337"/>
  <p:cmAuthor id="339" name="赵刚" initials="赵" lastIdx="1" clrIdx="325"/>
  <p:cmAuthor id="340" name="hqm-liuwp19" initials="h" lastIdx="1" clrIdx="339"/>
  <p:cmAuthor id="1411827" name="黄晓平" initials="黄" lastIdx="0" clrIdx="0"/>
  <p:cmAuthor id="341" name="未知的使用者155" initials="未" lastIdx="1" clrIdx="0"/>
  <p:cmAuthor id="1411828" name="徐琳00159163" initials="徐琳00159163" lastIdx="1" clrIdx="37"/>
  <p:cmAuthor id="342" name="李 剑峰" initials="李" lastIdx="5" clrIdx="23"/>
  <p:cmAuthor id="1411829" name="任涛10036216" initials="任涛10036216" lastIdx="1" clrIdx="41"/>
  <p:cmAuthor id="343" name="娜娅" initials="娜" lastIdx="2" clrIdx="342"/>
  <p:cmAuthor id="1411830" name="唐 赛" initials="唐" lastIdx="1" clrIdx="45"/>
  <p:cmAuthor id="344" name="武晓红" initials="武" lastIdx="1" clrIdx="343"/>
  <p:cmAuthor id="345" name="仝德志" initials="仝" lastIdx="1" clrIdx="0"/>
  <p:cmAuthor id="346" name="PC" initials="P" lastIdx="4" clrIdx="0"/>
  <p:cmAuthor id="347" name="zhaopj18" initials="z" lastIdx="1" clrIdx="346"/>
  <p:cmAuthor id="348" name="未知的使用者169" initials="未" lastIdx="1" clrIdx="0"/>
  <p:cmAuthor id="349" name="未知的使用者183" initials="未" lastIdx="5" clrIdx="1"/>
  <p:cmAuthor id="350" name="ChZ" initials="C" lastIdx="2" clrIdx="349"/>
  <p:cmAuthor id="351" name="未知的使用者173" initials="未" lastIdx="1" clrIdx="0"/>
  <p:cmAuthor id="352" name="未知的使用者161" initials="未" lastIdx="1" clrIdx="0"/>
  <p:cmAuthor id="353" name="luhx26" initials="l" lastIdx="1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HUAWEI" initials="H" lastIdx="2" clrIdx="366"/>
  <p:cmAuthor id="368" name="宁文文" initials="宁" lastIdx="1" clrIdx="367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8" name="李雄邦" initials="李" lastIdx="1" clrIdx="377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6" name="10191815" initials="1" lastIdx="1" clrIdx="385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4" name="罗玉碧" initials="罗" lastIdx="10" clrIdx="393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1" name="Unknown User24" initials="U" lastIdx="1" clrIdx="0"/>
  <p:cmAuthor id="402" name="未知用户133" initials="未" lastIdx="1" clrIdx="0"/>
  <p:cmAuthor id="2000" name="徐孟江_MbuiiUbI" initials="authorId_273709786" lastIdx="0" clrIdx="0"/>
  <p:cmAuthor id="2001" name=" " initials="" lastIdx="1" clrIdx="6"/>
  <p:cmAuthor id="407" name="Arno.Du(杜明星)" initials="A" lastIdx="0" clrIdx="0"/>
  <p:cmAuthor id="2002" name="王竑达" initials="王竑达" lastIdx="1" clrIdx="34"/>
  <p:cmAuthor id="2003" name="梁鹏" initials="u" lastIdx="1" clrIdx="35"/>
  <p:cmAuthor id="409" name="zhangbin" initials="z" lastIdx="6" clrIdx="0"/>
  <p:cmAuthor id="2004" name="范 斌" initials="范" lastIdx="1" clrIdx="36"/>
  <p:cmAuthor id="410" name="未知的使用者232" initials="" lastIdx="8" clrIdx="0"/>
  <p:cmAuthor id="2005" name="毕邺" initials="党委办公室" lastIdx="2" clrIdx="37"/>
  <p:cmAuthor id="411" name="alpha" initials="a" lastIdx="1" clrIdx="0"/>
  <p:cmAuthor id="2006" name="qsl" initials="q" lastIdx="3" clrIdx="38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未知用户118" initials="未" lastIdx="1" clrIdx="0"/>
  <p:cmAuthor id="417" name="Unknown User23" initials="U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708433798" name="jialuo" initials="j" lastIdx="0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7245819" name="群智集" initials="群" lastIdx="0" clrIdx="0"/>
  <p:cmAuthor id="457" name="未知用户132" initials="未" lastIdx="1" clrIdx="0"/>
  <p:cmAuthor id="47245820" name="郏 鹏" initials="郏" lastIdx="1" clrIdx="16"/>
  <p:cmAuthor id="458" name="未知用户141" initials="未" lastIdx="1" clrIdx="1"/>
  <p:cmAuthor id="47245821" name="郏鹏" initials="M" lastIdx="1" clrIdx="17"/>
  <p:cmAuthor id="459" name="未知用户143" initials="未" lastIdx="1" clrIdx="0"/>
  <p:cmAuthor id="47245822" name="ma jialin" initials="mj" lastIdx="1" clrIdx="41"/>
  <p:cmAuthor id="460" name="未知用户144" initials="未" lastIdx="1" clrIdx="0"/>
  <p:cmAuthor id="47245823" name="刘海娜|liuhaina" initials="W用" lastIdx="1" clrIdx="36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5" name="Evonlin" initials="E" lastIdx="2" clrIdx="2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0" name="未知的使用者209" initials="未" lastIdx="8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0" name="未知用户188" initials="未" lastIdx="1" clrIdx="0"/>
  <p:cmAuthor id="561" name="未知用户94" initials="未" lastIdx="0" clrIdx="0"/>
  <p:cmAuthor id="562" name="未知用户321" initials="未" lastIdx="1" clrIdx="0"/>
  <p:cmAuthor id="1124605820" name="李红" initials="李" lastIdx="1" clrIdx="692"/>
  <p:cmAuthor id="564" name="未知用户319" initials="未" lastIdx="1" clrIdx="0"/>
  <p:cmAuthor id="1124605821" name="碳酸 碳酸" initials="碳碳" lastIdx="1" clrIdx="824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4" name="刘雨润" initials="刘" lastIdx="1" clrIdx="583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3" name="boyen" initials="b" lastIdx="1" clrIdx="602"/>
  <p:cmAuthor id="604" name="未知的使用者140" initials="未" lastIdx="1" clrIdx="1"/>
  <p:cmAuthor id="605" name="yudi lin" initials="y" lastIdx="0" clrIdx="0"/>
  <p:cmAuthor id="606" name="JeremyBai" initials="J" lastIdx="1" clrIdx="605"/>
  <p:cmAuthor id="608" name="49554261@qq.com" initials="4" lastIdx="2" clrIdx="2"/>
  <p:cmAuthor id="609" name="进 揭" initials="进" lastIdx="1" clrIdx="87"/>
  <p:cmAuthor id="610" name="未知用户215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卢茹" initials="卢" lastIdx="1" clrIdx="623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8535702" name="曾蓓/贝贝" initials="曾" lastIdx="0" clrIdx="0"/>
  <p:cmAuthor id="629" name="未知用户221" initials="未" lastIdx="43" clrIdx="1"/>
  <p:cmAuthor id="630" name="jesschin" initials="j" lastIdx="1" clrIdx="510"/>
  <p:cmAuthor id="632" name="林志强" initials="林" lastIdx="1" clrIdx="631"/>
  <p:cmAuthor id="633" name="Carol Kelly" initials="C" lastIdx="1" clrIdx="0"/>
  <p:cmAuthor id="634" name="马月" initials="马" lastIdx="1" clrIdx="633"/>
  <p:cmAuthor id="635" name="10090288" initials="1" lastIdx="3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倪怡" initials="倪" lastIdx="1" clrIdx="658"/>
  <p:cmAuthor id="660" name="未知用户304" initials="未" lastIdx="1" clrIdx="0"/>
  <p:cmAuthor id="381437688" name="谢学斌" initials="谢" lastIdx="0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675" name="赵婉蓉" initials="赵" lastIdx="1" clrIdx="674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张师" initials="张" lastIdx="1" clrIdx="678"/>
  <p:cmAuthor id="680" name="黄鹏" initials="黄" lastIdx="1" clrIdx="679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7" name="Microsoft Office User" initials="M" lastIdx="2" clrIdx="86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Tome" initials="T" lastIdx="1" clrIdx="85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691587971" name="刘春杰10244342" initials="刘春杰10244342" lastIdx="1" clrIdx="41"/>
  <p:cmAuthor id="785" name="未知用户401" initials="未" lastIdx="43" clrIdx="1"/>
  <p:cmAuthor id="691587972" name="li hui" initials="lh" lastIdx="1" clrIdx="50"/>
  <p:cmAuthor id="786" name="未知用户402" initials="未" lastIdx="1" clrIdx="0"/>
  <p:cmAuthor id="691587973" name="zhang erchao" initials="ze" lastIdx="1" clrIdx="51"/>
  <p:cmAuthor id="787" name="未知用户403" initials="未" lastIdx="1" clrIdx="0"/>
  <p:cmAuthor id="691587974" name="wrx" initials="wrx" lastIdx="3" clrIdx="323"/>
  <p:cmAuthor id="788" name="未知用户327" initials="未" lastIdx="1" clrIdx="0"/>
  <p:cmAuthor id="691587975" name="junqing li" initials="jl" lastIdx="1" clrIdx="331"/>
  <p:cmAuthor id="789" name="未知用户404" initials="未" lastIdx="1" clrIdx="0"/>
  <p:cmAuthor id="691587976" name="8618608404186" initials="" lastIdx="1" clrIdx="634"/>
  <p:cmAuthor id="790" name="未知用户405" initials="未" lastIdx="1" clrIdx="0"/>
  <p:cmAuthor id="691587977" name="孙萌" initials="s" lastIdx="1" clrIdx="648"/>
  <p:cmAuthor id="791" name="未知用户439" initials="未" lastIdx="2" clrIdx="0"/>
  <p:cmAuthor id="691587978" name="liuzh" initials="l" lastIdx="3" clrIdx="691587977"/>
  <p:cmAuthor id="792" name="未知用户406" initials="未" lastIdx="0" clrIdx="0"/>
  <p:cmAuthor id="691587979" name="裴建英" initials="裴" lastIdx="1" clrIdx="691587978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8DCD"/>
    <a:srgbClr val="C00000"/>
    <a:srgbClr val="C0504D"/>
    <a:srgbClr val="7E7E7E"/>
    <a:srgbClr val="BFBFBF"/>
    <a:srgbClr val="A9142F"/>
    <a:srgbClr val="70778F"/>
    <a:srgbClr val="B72B36"/>
    <a:srgbClr val="64171D"/>
    <a:srgbClr val="9C2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/>
    <p:restoredTop sz="94703"/>
  </p:normalViewPr>
  <p:slideViewPr>
    <p:cSldViewPr snapToGrid="0" showGuides="1">
      <p:cViewPr varScale="1">
        <p:scale>
          <a:sx n="104" d="100"/>
          <a:sy n="104" d="100"/>
        </p:scale>
        <p:origin x="212" y="48"/>
      </p:cViewPr>
      <p:guideLst>
        <p:guide orient="horz" pos="20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8B3F-7D4C-4887-8224-071BF4A5A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716AF-D202-46B6-B523-878DCDFE4A5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716AF-D202-46B6-B523-878DCDFE4A5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1510291" y="28209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zh-CN" altLang="en-US" sz="1865">
              <a:solidFill>
                <a:prstClr val="black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50" y="213360"/>
            <a:ext cx="1558261" cy="458543"/>
          </a:xfrm>
          <a:prstGeom prst="rect">
            <a:avLst/>
          </a:prstGeom>
        </p:spPr>
      </p:pic>
      <p:sp>
        <p:nvSpPr>
          <p:cNvPr id="4" name="灯片编号占位符 1"/>
          <p:cNvSpPr txBox="1"/>
          <p:nvPr userDrawn="1"/>
        </p:nvSpPr>
        <p:spPr>
          <a:xfrm>
            <a:off x="11583009" y="6478343"/>
            <a:ext cx="734482" cy="38884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1860" rtl="0" eaLnBrk="1" latinLnBrk="0" hangingPunct="1"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593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49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842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499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092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748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3415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49980" algn="l" defTabSz="91186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941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  <a:t>-</a:t>
            </a:r>
            <a:fld id="{D42F5525-CAA2-4DA9-BD8D-AFF58DAFFA89}" type="slidenum"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黑体" panose="02010609060101010101" pitchFamily="49" charset="-122"/>
                <a:cs typeface="+mn-cs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>
            <a:off x="0" y="214965"/>
            <a:ext cx="12192000" cy="1321904"/>
            <a:chOff x="0" y="24465"/>
            <a:chExt cx="12192000" cy="1321904"/>
          </a:xfrm>
        </p:grpSpPr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406890" y="24465"/>
              <a:ext cx="2349530" cy="1321904"/>
            </a:xfrm>
            <a:prstGeom prst="rect">
              <a:avLst/>
            </a:prstGeom>
          </p:spPr>
        </p:pic>
        <p:sp>
          <p:nvSpPr>
            <p:cNvPr id="21" name="矩形 20"/>
            <p:cNvSpPr/>
            <p:nvPr userDrawn="1"/>
          </p:nvSpPr>
          <p:spPr>
            <a:xfrm>
              <a:off x="0" y="653270"/>
              <a:ext cx="9504000" cy="64294"/>
            </a:xfrm>
            <a:prstGeom prst="rect">
              <a:avLst/>
            </a:prstGeom>
            <a:solidFill>
              <a:srgbClr val="E600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11652000" y="653270"/>
              <a:ext cx="540000" cy="64294"/>
            </a:xfrm>
            <a:prstGeom prst="rect">
              <a:avLst/>
            </a:prstGeom>
            <a:solidFill>
              <a:srgbClr val="E600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1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4417" y="374610"/>
            <a:ext cx="3168248" cy="43256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1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第二部分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624421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第三部分</a:t>
            </a:r>
            <a:endParaRPr lang="en-US" dirty="0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624421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第四部分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dirty="0"/>
              <a:t>中国联通中国联通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联通版范例一-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5"/>
          <p:cNvSpPr>
            <a:spLocks noGrp="1"/>
          </p:cNvSpPr>
          <p:nvPr userDrawn="1">
            <p:ph sz="quarter" idx="25"/>
          </p:nvPr>
        </p:nvSpPr>
        <p:spPr>
          <a:xfrm>
            <a:off x="609600" y="1916113"/>
            <a:ext cx="10871200" cy="36957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4417" y="374610"/>
            <a:ext cx="3168248" cy="432564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en-US" dirty="0" err="1"/>
              <a:t>标题示意</a:t>
            </a:r>
            <a:endParaRPr 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3797283" y="65989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 dirty="0"/>
          </a:p>
        </p:txBody>
      </p:sp>
      <p:sp>
        <p:nvSpPr>
          <p:cNvPr id="20" name="Text Placeholder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9956619" y="6480452"/>
            <a:ext cx="1536700" cy="80686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buNone/>
              <a:defRPr sz="85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en-US" dirty="0" err="1"/>
              <a:t>页码</a:t>
            </a:r>
            <a:r>
              <a:rPr lang="zh-CN" altLang="en-US" dirty="0"/>
              <a:t>：</a:t>
            </a:r>
            <a:r>
              <a:rPr lang="en-US" altLang="zh-CN" dirty="0"/>
              <a:t>00</a:t>
            </a:r>
            <a:endParaRPr lang="en-US" dirty="0"/>
          </a:p>
        </p:txBody>
      </p:sp>
      <p:pic>
        <p:nvPicPr>
          <p:cNvPr id="4" name="图片 3" descr="7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科创规划使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6"/>
            <a:ext cx="12192000" cy="2604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51" y="213360"/>
            <a:ext cx="1558261" cy="458543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43840" y="124354"/>
            <a:ext cx="9966960" cy="61838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1"/>
          </p:nvPr>
        </p:nvSpPr>
        <p:spPr>
          <a:xfrm>
            <a:off x="243840" y="975678"/>
            <a:ext cx="11658599" cy="776922"/>
          </a:xfrm>
        </p:spPr>
        <p:txBody>
          <a:bodyPr>
            <a:noAutofit/>
          </a:bodyPr>
          <a:lstStyle>
            <a:lvl1pPr marL="361950" indent="-347980">
              <a:buFont typeface="Wingdings" panose="05000000000000000000" pitchFamily="2" charset="2"/>
              <a:buChar char="p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buFont typeface="Wingdings" panose="05000000000000000000" pitchFamily="2" charset="2"/>
              <a:buChar char="p"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2365" indent="-228600">
              <a:buFont typeface="Wingdings" panose="05000000000000000000" pitchFamily="2" charset="2"/>
              <a:buChar char="p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599565" indent="-228600">
              <a:buFont typeface="Wingdings" panose="05000000000000000000" pitchFamily="2" charset="2"/>
              <a:buChar char="p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6765" indent="-228600">
              <a:buFont typeface="Wingdings" panose="05000000000000000000" pitchFamily="2" charset="2"/>
              <a:buChar char="p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 panose="020B0604020202090204"/>
                <a:cs typeface="Arial" panose="020B0604020202090204"/>
              </a:defRPr>
            </a:lvl1pPr>
          </a:lstStyle>
          <a:p>
            <a:pPr marL="12700">
              <a:lnSpc>
                <a:spcPts val="1425"/>
              </a:lnSpc>
            </a:pPr>
            <a:r>
              <a:t>-</a:t>
            </a:r>
            <a:fld id="{81D60167-4931-47E6-BA6A-407CBD079E47}" type="slidenum">
              <a:rPr spc="-25"/>
            </a:fld>
            <a:r>
              <a:rPr spc="-25"/>
              <a:t>-</a:t>
            </a:r>
            <a:endParaRPr spc="-25"/>
          </a:p>
        </p:txBody>
      </p:sp>
    </p:spTree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237A6-C85E-47D7-81BE-45D4146757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07C08-ABD7-4277-AEAA-B2DA476553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9" Type="http://schemas.openxmlformats.org/officeDocument/2006/relationships/notesSlide" Target="../notesSlides/notesSlide2.xml"/><Relationship Id="rId48" Type="http://schemas.openxmlformats.org/officeDocument/2006/relationships/slideLayout" Target="../slideLayouts/slideLayout2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510291" y="28209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892714" y="5351472"/>
            <a:ext cx="2104813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1219200" rtl="0" eaLnBrk="1" fontAlgn="ctr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华文中宋" panose="02010600040101010101" pitchFamily="2" charset="-122"/>
                <a:cs typeface="Arial" panose="020B0604020202090204" pitchFamily="34" charset="0"/>
              </a:rPr>
              <a:t>2026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华文中宋" panose="02010600040101010101" pitchFamily="2" charset="-122"/>
                <a:cs typeface="Arial" panose="020B0604020202090204" pitchFamily="34" charset="0"/>
              </a:rPr>
              <a:t>年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华文中宋" panose="02010600040101010101" pitchFamily="2" charset="-122"/>
                <a:cs typeface="Arial" panose="020B0604020202090204" pitchFamily="34" charset="0"/>
              </a:rPr>
              <a:t>04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华文中宋" panose="02010600040101010101" pitchFamily="2" charset="-122"/>
                <a:cs typeface="Arial" panose="020B0604020202090204" pitchFamily="34" charset="0"/>
              </a:rPr>
              <a:t>月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华文中宋" panose="02010600040101010101" pitchFamily="2" charset="-122"/>
              <a:cs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1914" y="548640"/>
            <a:ext cx="3406140" cy="1002453"/>
          </a:xfrm>
          <a:prstGeom prst="rect">
            <a:avLst/>
          </a:prstGeom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892714" y="4771708"/>
            <a:ext cx="4112684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10000"/>
              </a:lnSpc>
              <a:spcBef>
                <a:spcPct val="50000"/>
              </a:spcBef>
              <a:buFont typeface="MSDW" pitchFamily="34" charset="2"/>
              <a:buNone/>
            </a:pPr>
            <a:r>
              <a:rPr kumimoji="1"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北京联通产互公司</a:t>
            </a:r>
            <a:endParaRPr kumimoji="1" lang="en-US" altLang="zh-CN" sz="2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12925" y="2930525"/>
            <a:ext cx="9895205" cy="659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密云教育行业产品介绍 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2926" y="3765222"/>
            <a:ext cx="4838246" cy="470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智能化引擎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75392" y="213359"/>
            <a:ext cx="1511807" cy="445008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3388233" y="1809534"/>
            <a:ext cx="114300" cy="3923665"/>
          </a:xfrm>
          <a:custGeom>
            <a:avLst/>
            <a:gdLst/>
            <a:ahLst/>
            <a:cxnLst/>
            <a:rect l="l" t="t" r="r" b="b"/>
            <a:pathLst>
              <a:path w="114300" h="3923665">
                <a:moveTo>
                  <a:pt x="0" y="3923284"/>
                </a:moveTo>
                <a:lnTo>
                  <a:pt x="114261" y="3923284"/>
                </a:lnTo>
                <a:lnTo>
                  <a:pt x="114261" y="0"/>
                </a:lnTo>
                <a:lnTo>
                  <a:pt x="0" y="0"/>
                </a:lnTo>
                <a:lnTo>
                  <a:pt x="0" y="392328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algn="l" rtl="0"/>
            <a:endParaRPr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777481" y="1373047"/>
            <a:ext cx="15017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</a:t>
            </a:r>
            <a:r>
              <a:rPr spc="-15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endParaRPr sz="8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823618" y="1593811"/>
            <a:ext cx="1424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CO</a:t>
            </a:r>
            <a:r>
              <a:rPr sz="2000" kern="1200" spc="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N</a:t>
            </a: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TENT</a:t>
            </a:r>
            <a:r>
              <a:rPr sz="2000" kern="1200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S</a:t>
            </a:r>
            <a:endParaRPr sz="2000"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142105" y="3738245"/>
            <a:ext cx="6042025" cy="650240"/>
            <a:chOff x="6425" y="4693"/>
            <a:chExt cx="9515" cy="1024"/>
          </a:xfrm>
          <a:solidFill>
            <a:schemeClr val="bg2">
              <a:lumMod val="75000"/>
            </a:schemeClr>
          </a:solidFill>
        </p:grpSpPr>
        <p:sp>
          <p:nvSpPr>
            <p:cNvPr id="11" name="object 10"/>
            <p:cNvSpPr/>
            <p:nvPr/>
          </p:nvSpPr>
          <p:spPr>
            <a:xfrm>
              <a:off x="8367" y="4693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产品介绍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object 10"/>
            <p:cNvSpPr/>
            <p:nvPr/>
          </p:nvSpPr>
          <p:spPr>
            <a:xfrm>
              <a:off x="6425" y="4693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二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142105" y="4777740"/>
            <a:ext cx="6033135" cy="650240"/>
            <a:chOff x="6439" y="7696"/>
            <a:chExt cx="9501" cy="1024"/>
          </a:xfrm>
          <a:solidFill>
            <a:schemeClr val="bg2">
              <a:lumMod val="75000"/>
            </a:schemeClr>
          </a:solidFill>
        </p:grpSpPr>
        <p:sp>
          <p:nvSpPr>
            <p:cNvPr id="19" name="object 10"/>
            <p:cNvSpPr/>
            <p:nvPr/>
          </p:nvSpPr>
          <p:spPr>
            <a:xfrm>
              <a:off x="8367" y="769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产品优势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object 10"/>
            <p:cNvSpPr/>
            <p:nvPr/>
          </p:nvSpPr>
          <p:spPr>
            <a:xfrm>
              <a:off x="6439" y="769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三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33215" y="2698750"/>
            <a:ext cx="6042025" cy="650240"/>
            <a:chOff x="6425" y="3266"/>
            <a:chExt cx="9515" cy="1024"/>
          </a:xfrm>
          <a:solidFill>
            <a:srgbClr val="C00000"/>
          </a:solidFill>
        </p:grpSpPr>
        <p:sp>
          <p:nvSpPr>
            <p:cNvPr id="22" name="object 10"/>
            <p:cNvSpPr/>
            <p:nvPr/>
          </p:nvSpPr>
          <p:spPr>
            <a:xfrm>
              <a:off x="8367" y="326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技术架构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object 10"/>
            <p:cNvSpPr/>
            <p:nvPr/>
          </p:nvSpPr>
          <p:spPr>
            <a:xfrm>
              <a:off x="6425" y="326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一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矩形 919"/>
          <p:cNvSpPr/>
          <p:nvPr/>
        </p:nvSpPr>
        <p:spPr>
          <a:xfrm>
            <a:off x="10395585" y="2548255"/>
            <a:ext cx="1161415" cy="4010025"/>
          </a:xfrm>
          <a:prstGeom prst="rect">
            <a:avLst/>
          </a:prstGeom>
          <a:solidFill>
            <a:schemeClr val="accent2">
              <a:lumMod val="20000"/>
              <a:lumOff val="80000"/>
              <a:alpha val="17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权限管理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35" name="矩形 834"/>
          <p:cNvSpPr/>
          <p:nvPr/>
        </p:nvSpPr>
        <p:spPr>
          <a:xfrm>
            <a:off x="645795" y="2374265"/>
            <a:ext cx="11062970" cy="429133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595" y="73660"/>
            <a:ext cx="9226550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一、技术架构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30" name="矩形 829"/>
          <p:cNvSpPr/>
          <p:nvPr/>
        </p:nvSpPr>
        <p:spPr>
          <a:xfrm>
            <a:off x="646430" y="1834515"/>
            <a:ext cx="11062335" cy="415925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40000"/>
                    <a:lumOff val="60000"/>
                    <a:alpha val="12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1" name="矩形 830"/>
          <p:cNvSpPr/>
          <p:nvPr/>
        </p:nvSpPr>
        <p:spPr>
          <a:xfrm>
            <a:off x="3634402" y="1927860"/>
            <a:ext cx="1619885" cy="26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智能问答智能体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2" name="矩形 831"/>
          <p:cNvSpPr/>
          <p:nvPr/>
        </p:nvSpPr>
        <p:spPr>
          <a:xfrm>
            <a:off x="1189468" y="1927860"/>
            <a:ext cx="1620000" cy="26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作业批改智能体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3" name="矩形 832"/>
          <p:cNvSpPr/>
          <p:nvPr/>
        </p:nvSpPr>
        <p:spPr>
          <a:xfrm>
            <a:off x="6222279" y="1927860"/>
            <a:ext cx="1619885" cy="26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学生画像智能体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4" name="矩形 833"/>
          <p:cNvSpPr/>
          <p:nvPr/>
        </p:nvSpPr>
        <p:spPr>
          <a:xfrm>
            <a:off x="8796839" y="1908810"/>
            <a:ext cx="1619885" cy="26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……</a:t>
            </a:r>
            <a:endParaRPr lang="en-US" altLang="zh-CN" sz="1200" b="1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836" name="圆角矩形 306"/>
          <p:cNvSpPr/>
          <p:nvPr>
            <p:custDataLst>
              <p:tags r:id="rId1"/>
            </p:custDataLst>
          </p:nvPr>
        </p:nvSpPr>
        <p:spPr>
          <a:xfrm>
            <a:off x="725170" y="2993390"/>
            <a:ext cx="9535795" cy="18465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805" name="矩形 804"/>
          <p:cNvSpPr/>
          <p:nvPr>
            <p:custDataLst>
              <p:tags r:id="rId2"/>
            </p:custDataLst>
          </p:nvPr>
        </p:nvSpPr>
        <p:spPr>
          <a:xfrm>
            <a:off x="1380490" y="3055620"/>
            <a:ext cx="8823960" cy="515620"/>
          </a:xfrm>
          <a:prstGeom prst="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智能体配置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0" name="文本框 599"/>
          <p:cNvSpPr txBox="1"/>
          <p:nvPr>
            <p:custDataLst>
              <p:tags r:id="rId3"/>
            </p:custDataLst>
          </p:nvPr>
        </p:nvSpPr>
        <p:spPr>
          <a:xfrm>
            <a:off x="725170" y="3723005"/>
            <a:ext cx="720090" cy="405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智能体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构建层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653" name="矩形 652"/>
          <p:cNvSpPr/>
          <p:nvPr>
            <p:custDataLst>
              <p:tags r:id="rId4"/>
            </p:custDataLst>
          </p:nvPr>
        </p:nvSpPr>
        <p:spPr>
          <a:xfrm>
            <a:off x="1381125" y="3626485"/>
            <a:ext cx="6387465" cy="1158875"/>
          </a:xfrm>
          <a:prstGeom prst="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自主规划智能体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4" name="矩形 86"/>
          <p:cNvSpPr/>
          <p:nvPr>
            <p:custDataLst>
              <p:tags r:id="rId5"/>
            </p:custDataLst>
          </p:nvPr>
        </p:nvSpPr>
        <p:spPr bwMode="auto">
          <a:xfrm>
            <a:off x="1804670" y="3910330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接受用户任务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56" name="矩形 86"/>
          <p:cNvSpPr/>
          <p:nvPr>
            <p:custDataLst>
              <p:tags r:id="rId6"/>
            </p:custDataLst>
          </p:nvPr>
        </p:nvSpPr>
        <p:spPr bwMode="auto">
          <a:xfrm>
            <a:off x="4210050" y="3913505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规划任务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57" name="矩形 86"/>
          <p:cNvSpPr/>
          <p:nvPr>
            <p:custDataLst>
              <p:tags r:id="rId7"/>
            </p:custDataLst>
          </p:nvPr>
        </p:nvSpPr>
        <p:spPr bwMode="auto">
          <a:xfrm>
            <a:off x="5414645" y="3910330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调用工具层能力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58" name="矩形 86"/>
          <p:cNvSpPr/>
          <p:nvPr>
            <p:custDataLst>
              <p:tags r:id="rId8"/>
            </p:custDataLst>
          </p:nvPr>
        </p:nvSpPr>
        <p:spPr bwMode="auto">
          <a:xfrm>
            <a:off x="6619875" y="4488180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接受反馈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59" name="矩形 86"/>
          <p:cNvSpPr/>
          <p:nvPr>
            <p:custDataLst>
              <p:tags r:id="rId9"/>
            </p:custDataLst>
          </p:nvPr>
        </p:nvSpPr>
        <p:spPr bwMode="auto">
          <a:xfrm>
            <a:off x="3005455" y="3916045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感知上下文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cxnSp>
        <p:nvCxnSpPr>
          <p:cNvPr id="661" name="曲线连接符 222"/>
          <p:cNvCxnSpPr>
            <a:stCxn id="669" idx="3"/>
            <a:endCxn id="658" idx="3"/>
          </p:cNvCxnSpPr>
          <p:nvPr>
            <p:custDataLst>
              <p:tags r:id="rId10"/>
            </p:custDataLst>
          </p:nvPr>
        </p:nvCxnSpPr>
        <p:spPr>
          <a:xfrm>
            <a:off x="7519035" y="4022090"/>
            <a:ext cx="635" cy="572135"/>
          </a:xfrm>
          <a:prstGeom prst="curvedConnector3">
            <a:avLst>
              <a:gd name="adj1" fmla="val 3760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662" name="曲线连接符 223"/>
          <p:cNvCxnSpPr>
            <a:stCxn id="658" idx="1"/>
            <a:endCxn id="820" idx="3"/>
          </p:cNvCxnSpPr>
          <p:nvPr>
            <p:custDataLst>
              <p:tags r:id="rId11"/>
            </p:custDataLst>
          </p:nvPr>
        </p:nvCxnSpPr>
        <p:spPr>
          <a:xfrm rot="10800000">
            <a:off x="6075045" y="4592320"/>
            <a:ext cx="544830" cy="1905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667" name="曲线连接符 287"/>
          <p:cNvCxnSpPr>
            <a:stCxn id="659" idx="3"/>
            <a:endCxn id="656" idx="1"/>
          </p:cNvCxnSpPr>
          <p:nvPr>
            <p:custDataLst>
              <p:tags r:id="rId12"/>
            </p:custDataLst>
          </p:nvPr>
        </p:nvCxnSpPr>
        <p:spPr>
          <a:xfrm flipV="1">
            <a:off x="3905250" y="4019550"/>
            <a:ext cx="304800" cy="2540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668" name="曲线连接符 289"/>
          <p:cNvCxnSpPr>
            <a:stCxn id="656" idx="3"/>
            <a:endCxn id="657" idx="1"/>
          </p:cNvCxnSpPr>
          <p:nvPr>
            <p:custDataLst>
              <p:tags r:id="rId13"/>
            </p:custDataLst>
          </p:nvPr>
        </p:nvCxnSpPr>
        <p:spPr>
          <a:xfrm flipV="1">
            <a:off x="5109845" y="4016375"/>
            <a:ext cx="304800" cy="3175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sp>
        <p:nvSpPr>
          <p:cNvPr id="669" name="矩形 86"/>
          <p:cNvSpPr/>
          <p:nvPr>
            <p:custDataLst>
              <p:tags r:id="rId14"/>
            </p:custDataLst>
          </p:nvPr>
        </p:nvSpPr>
        <p:spPr bwMode="auto">
          <a:xfrm>
            <a:off x="6619240" y="3916045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执行任务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cxnSp>
        <p:nvCxnSpPr>
          <p:cNvPr id="670" name="曲线连接符 294"/>
          <p:cNvCxnSpPr>
            <a:stCxn id="657" idx="3"/>
            <a:endCxn id="669" idx="1"/>
          </p:cNvCxnSpPr>
          <p:nvPr>
            <p:custDataLst>
              <p:tags r:id="rId15"/>
            </p:custDataLst>
          </p:nvPr>
        </p:nvCxnSpPr>
        <p:spPr>
          <a:xfrm>
            <a:off x="6314440" y="4016375"/>
            <a:ext cx="304800" cy="5715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sp>
        <p:nvSpPr>
          <p:cNvPr id="671" name="圆角矩形 295"/>
          <p:cNvSpPr/>
          <p:nvPr>
            <p:custDataLst>
              <p:tags r:id="rId16"/>
            </p:custDataLst>
          </p:nvPr>
        </p:nvSpPr>
        <p:spPr>
          <a:xfrm>
            <a:off x="1788160" y="3275330"/>
            <a:ext cx="1080135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提示词编排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73" name="圆角矩形 298"/>
          <p:cNvSpPr/>
          <p:nvPr>
            <p:custDataLst>
              <p:tags r:id="rId17"/>
            </p:custDataLst>
          </p:nvPr>
        </p:nvSpPr>
        <p:spPr>
          <a:xfrm>
            <a:off x="4197985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模型设置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75" name="圆角矩形 302"/>
          <p:cNvSpPr/>
          <p:nvPr>
            <p:custDataLst>
              <p:tags r:id="rId18"/>
            </p:custDataLst>
          </p:nvPr>
        </p:nvSpPr>
        <p:spPr>
          <a:xfrm>
            <a:off x="2993390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lIns="36195" rIns="36195" rtlCol="0" anchor="ctr"/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知识库召回设置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76" name="圆角矩形 303"/>
          <p:cNvSpPr/>
          <p:nvPr>
            <p:custDataLst>
              <p:tags r:id="rId19"/>
            </p:custDataLst>
          </p:nvPr>
        </p:nvSpPr>
        <p:spPr>
          <a:xfrm>
            <a:off x="5402580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编排预览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80" name="圆角矩形 307"/>
          <p:cNvSpPr/>
          <p:nvPr>
            <p:custDataLst>
              <p:tags r:id="rId20"/>
            </p:custDataLst>
          </p:nvPr>
        </p:nvSpPr>
        <p:spPr>
          <a:xfrm>
            <a:off x="7825105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发布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683" name="文本框 682"/>
          <p:cNvSpPr txBox="1"/>
          <p:nvPr>
            <p:custDataLst>
              <p:tags r:id="rId21"/>
            </p:custDataLst>
          </p:nvPr>
        </p:nvSpPr>
        <p:spPr>
          <a:xfrm>
            <a:off x="1381125" y="3054985"/>
            <a:ext cx="378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构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684" name="文本框 683"/>
          <p:cNvSpPr txBox="1"/>
          <p:nvPr>
            <p:custDataLst>
              <p:tags r:id="rId22"/>
            </p:custDataLst>
          </p:nvPr>
        </p:nvSpPr>
        <p:spPr>
          <a:xfrm>
            <a:off x="1381125" y="4075430"/>
            <a:ext cx="3632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执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行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730" name="矩形 729"/>
          <p:cNvSpPr/>
          <p:nvPr>
            <p:custDataLst>
              <p:tags r:id="rId23"/>
            </p:custDataLst>
          </p:nvPr>
        </p:nvSpPr>
        <p:spPr>
          <a:xfrm>
            <a:off x="7825740" y="3626485"/>
            <a:ext cx="2378075" cy="115887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工作流智能体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1" name="矩形 86"/>
          <p:cNvSpPr/>
          <p:nvPr>
            <p:custDataLst>
              <p:tags r:id="rId24"/>
            </p:custDataLst>
          </p:nvPr>
        </p:nvSpPr>
        <p:spPr bwMode="auto">
          <a:xfrm>
            <a:off x="7943850" y="3916045"/>
            <a:ext cx="756285" cy="21209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接受任务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732" name="矩形 86"/>
          <p:cNvSpPr/>
          <p:nvPr>
            <p:custDataLst>
              <p:tags r:id="rId25"/>
            </p:custDataLst>
          </p:nvPr>
        </p:nvSpPr>
        <p:spPr bwMode="auto">
          <a:xfrm>
            <a:off x="9138285" y="3916045"/>
            <a:ext cx="756285" cy="21209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工作流调用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733" name="矩形 86"/>
          <p:cNvSpPr/>
          <p:nvPr>
            <p:custDataLst>
              <p:tags r:id="rId26"/>
            </p:custDataLst>
          </p:nvPr>
        </p:nvSpPr>
        <p:spPr bwMode="auto">
          <a:xfrm>
            <a:off x="9138285" y="4488180"/>
            <a:ext cx="756285" cy="21209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工作流执行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734" name="矩形 86"/>
          <p:cNvSpPr/>
          <p:nvPr>
            <p:custDataLst>
              <p:tags r:id="rId27"/>
            </p:custDataLst>
          </p:nvPr>
        </p:nvSpPr>
        <p:spPr bwMode="auto">
          <a:xfrm>
            <a:off x="7943850" y="4484370"/>
            <a:ext cx="756285" cy="212090"/>
          </a:xfrm>
          <a:prstGeom prst="rect">
            <a:avLst/>
          </a:prstGeom>
          <a:solidFill>
            <a:sysClr val="window" lastClr="FFFFFF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总结反馈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cxnSp>
        <p:nvCxnSpPr>
          <p:cNvPr id="735" name="曲线连接符 265"/>
          <p:cNvCxnSpPr>
            <a:stCxn id="731" idx="3"/>
            <a:endCxn id="732" idx="1"/>
          </p:cNvCxnSpPr>
          <p:nvPr>
            <p:custDataLst>
              <p:tags r:id="rId28"/>
            </p:custDataLst>
          </p:nvPr>
        </p:nvCxnSpPr>
        <p:spPr>
          <a:xfrm>
            <a:off x="8700135" y="4022090"/>
            <a:ext cx="438150" cy="3175"/>
          </a:xfrm>
          <a:prstGeom prst="curvedConnector2">
            <a:avLst/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736" name="曲线连接符 265"/>
          <p:cNvCxnSpPr>
            <a:stCxn id="732" idx="3"/>
            <a:endCxn id="733" idx="3"/>
          </p:cNvCxnSpPr>
          <p:nvPr>
            <p:custDataLst>
              <p:tags r:id="rId29"/>
            </p:custDataLst>
          </p:nvPr>
        </p:nvCxnSpPr>
        <p:spPr>
          <a:xfrm>
            <a:off x="9894570" y="4022090"/>
            <a:ext cx="3175" cy="572135"/>
          </a:xfrm>
          <a:prstGeom prst="curvedConnector3">
            <a:avLst>
              <a:gd name="adj1" fmla="val 750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737" name="曲线连接符 265"/>
          <p:cNvCxnSpPr>
            <a:stCxn id="733" idx="1"/>
            <a:endCxn id="734" idx="3"/>
          </p:cNvCxnSpPr>
          <p:nvPr>
            <p:custDataLst>
              <p:tags r:id="rId30"/>
            </p:custDataLst>
          </p:nvPr>
        </p:nvCxnSpPr>
        <p:spPr>
          <a:xfrm rot="10800000">
            <a:off x="8700135" y="4590415"/>
            <a:ext cx="438150" cy="3810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sp>
        <p:nvSpPr>
          <p:cNvPr id="741" name="圆角矩形 306"/>
          <p:cNvSpPr/>
          <p:nvPr>
            <p:custDataLst>
              <p:tags r:id="rId31"/>
            </p:custDataLst>
          </p:nvPr>
        </p:nvSpPr>
        <p:spPr>
          <a:xfrm>
            <a:off x="6607175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兜底配置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808" name="圆角矩形 307"/>
          <p:cNvSpPr/>
          <p:nvPr>
            <p:custDataLst>
              <p:tags r:id="rId32"/>
            </p:custDataLst>
          </p:nvPr>
        </p:nvSpPr>
        <p:spPr>
          <a:xfrm>
            <a:off x="9016365" y="3275330"/>
            <a:ext cx="1079500" cy="21209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lstStyle/>
          <a:p>
            <a:pPr marL="0" marR="0" lvl="0" indent="0" algn="ctr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导出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820" name="矩形 86"/>
          <p:cNvSpPr/>
          <p:nvPr>
            <p:custDataLst>
              <p:tags r:id="rId33"/>
            </p:custDataLst>
          </p:nvPr>
        </p:nvSpPr>
        <p:spPr bwMode="auto">
          <a:xfrm>
            <a:off x="5175250" y="4486275"/>
            <a:ext cx="899795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反思与调整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sp>
        <p:nvSpPr>
          <p:cNvPr id="821" name="矩形 86"/>
          <p:cNvSpPr/>
          <p:nvPr>
            <p:custDataLst>
              <p:tags r:id="rId34"/>
            </p:custDataLst>
          </p:nvPr>
        </p:nvSpPr>
        <p:spPr bwMode="auto">
          <a:xfrm>
            <a:off x="3550920" y="4486275"/>
            <a:ext cx="1079500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任务完成判断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cxnSp>
        <p:nvCxnSpPr>
          <p:cNvPr id="822" name="曲线连接符 223"/>
          <p:cNvCxnSpPr>
            <a:stCxn id="820" idx="1"/>
            <a:endCxn id="821" idx="3"/>
          </p:cNvCxnSpPr>
          <p:nvPr>
            <p:custDataLst>
              <p:tags r:id="rId35"/>
            </p:custDataLst>
          </p:nvPr>
        </p:nvCxnSpPr>
        <p:spPr>
          <a:xfrm rot="10800000">
            <a:off x="4630420" y="4592320"/>
            <a:ext cx="544830" cy="3175"/>
          </a:xfrm>
          <a:prstGeom prst="curvedConnector2">
            <a:avLst/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823" name="曲线连接符 223"/>
          <p:cNvCxnSpPr>
            <a:stCxn id="821" idx="0"/>
            <a:endCxn id="656" idx="2"/>
          </p:cNvCxnSpPr>
          <p:nvPr>
            <p:custDataLst>
              <p:tags r:id="rId36"/>
            </p:custDataLst>
          </p:nvPr>
        </p:nvCxnSpPr>
        <p:spPr>
          <a:xfrm rot="16200000">
            <a:off x="4195445" y="4021455"/>
            <a:ext cx="360680" cy="569595"/>
          </a:xfrm>
          <a:prstGeom prst="curvedConnector3">
            <a:avLst>
              <a:gd name="adj1" fmla="val 50088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824" name="曲线连接符 223"/>
          <p:cNvCxnSpPr>
            <a:stCxn id="821" idx="1"/>
            <a:endCxn id="825" idx="3"/>
          </p:cNvCxnSpPr>
          <p:nvPr>
            <p:custDataLst>
              <p:tags r:id="rId37"/>
            </p:custDataLst>
          </p:nvPr>
        </p:nvCxnSpPr>
        <p:spPr>
          <a:xfrm rot="10800000" flipV="1">
            <a:off x="3006090" y="4592320"/>
            <a:ext cx="544830" cy="1905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sp>
        <p:nvSpPr>
          <p:cNvPr id="825" name="矩形 86"/>
          <p:cNvSpPr/>
          <p:nvPr>
            <p:custDataLst>
              <p:tags r:id="rId38"/>
            </p:custDataLst>
          </p:nvPr>
        </p:nvSpPr>
        <p:spPr bwMode="auto">
          <a:xfrm>
            <a:off x="1804670" y="4488180"/>
            <a:ext cx="1201420" cy="21209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marL="0" marR="0" lvl="0" indent="0" algn="ctr" defTabSz="912495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  <a:sym typeface="等线" panose="02010600030101010101" charset="-122"/>
              </a:rPr>
              <a:t>输出结果并更新记忆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等线" panose="02010600030101010101" charset="-122"/>
            </a:endParaRPr>
          </a:p>
        </p:txBody>
      </p:sp>
      <p:cxnSp>
        <p:nvCxnSpPr>
          <p:cNvPr id="826" name="曲线连接符 287"/>
          <p:cNvCxnSpPr>
            <a:stCxn id="654" idx="3"/>
            <a:endCxn id="659" idx="1"/>
          </p:cNvCxnSpPr>
          <p:nvPr>
            <p:custDataLst>
              <p:tags r:id="rId39"/>
            </p:custDataLst>
          </p:nvPr>
        </p:nvCxnSpPr>
        <p:spPr>
          <a:xfrm>
            <a:off x="2704465" y="4016375"/>
            <a:ext cx="300990" cy="5715"/>
          </a:xfrm>
          <a:prstGeom prst="curvedConnector3">
            <a:avLst>
              <a:gd name="adj1" fmla="val 50000"/>
            </a:avLst>
          </a:prstGeom>
          <a:noFill/>
          <a:ln w="12700" cap="flat" cmpd="sng" algn="ctr">
            <a:solidFill>
              <a:srgbClr val="4472C4"/>
            </a:solidFill>
            <a:prstDash val="solid"/>
            <a:miter lim="800000"/>
            <a:tailEnd type="stealth"/>
          </a:ln>
          <a:effectLst/>
        </p:spPr>
      </p:cxnSp>
      <p:sp>
        <p:nvSpPr>
          <p:cNvPr id="827" name="文本框 826"/>
          <p:cNvSpPr txBox="1"/>
          <p:nvPr/>
        </p:nvSpPr>
        <p:spPr>
          <a:xfrm>
            <a:off x="3882390" y="4295140"/>
            <a:ext cx="24130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endParaRPr lang="zh-CN" altLang="en-US" sz="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8" name="文本框 827"/>
          <p:cNvSpPr txBox="1"/>
          <p:nvPr/>
        </p:nvSpPr>
        <p:spPr>
          <a:xfrm>
            <a:off x="3309620" y="4406900"/>
            <a:ext cx="24130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7" name="矩形 836"/>
          <p:cNvSpPr/>
          <p:nvPr/>
        </p:nvSpPr>
        <p:spPr>
          <a:xfrm>
            <a:off x="725805" y="2442210"/>
            <a:ext cx="9535160" cy="46291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4"/>
            </a:solidFill>
            <a:prstDash val="sysDot"/>
          </a:ln>
          <a:effectLst/>
        </p:spPr>
        <p:txBody>
          <a:bodyPr rtlCol="0" anchor="ctr"/>
          <a:lstStyle/>
          <a:p>
            <a:pPr algn="ctr" defTabSz="457200"/>
            <a:endParaRPr lang="zh-CN" altLang="en-US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Calibri" panose="020F0502020204030204" charset="0"/>
            </a:endParaRPr>
          </a:p>
        </p:txBody>
      </p:sp>
      <p:sp>
        <p:nvSpPr>
          <p:cNvPr id="587" name="文本框 586"/>
          <p:cNvSpPr txBox="1"/>
          <p:nvPr>
            <p:custDataLst>
              <p:tags r:id="rId40"/>
            </p:custDataLst>
          </p:nvPr>
        </p:nvSpPr>
        <p:spPr>
          <a:xfrm>
            <a:off x="683895" y="2470150"/>
            <a:ext cx="7054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智能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应用层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810" name="文本框 809"/>
          <p:cNvSpPr txBox="1"/>
          <p:nvPr/>
        </p:nvSpPr>
        <p:spPr>
          <a:xfrm>
            <a:off x="1389380" y="2484755"/>
            <a:ext cx="8818245" cy="384175"/>
          </a:xfrm>
          <a:prstGeom prst="rect">
            <a:avLst/>
          </a:prstGeom>
          <a:solidFill>
            <a:schemeClr val="accent4">
              <a:lumMod val="40000"/>
              <a:lumOff val="60000"/>
              <a:alpha val="26000"/>
            </a:schemeClr>
          </a:solidFill>
          <a:ln>
            <a:noFill/>
            <a:prstDash val="sysDot"/>
          </a:ln>
        </p:spPr>
        <p:txBody>
          <a:bodyPr wrap="square" rtlCol="0">
            <a:noAutofit/>
          </a:bodyPr>
          <a:lstStyle/>
          <a:p>
            <a:pPr indent="0" fontAlgn="auto"/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38" name="组合 837"/>
          <p:cNvGrpSpPr/>
          <p:nvPr/>
        </p:nvGrpSpPr>
        <p:grpSpPr>
          <a:xfrm>
            <a:off x="2165350" y="2537460"/>
            <a:ext cx="7333615" cy="278765"/>
            <a:chOff x="2964" y="2670"/>
            <a:chExt cx="11549" cy="439"/>
          </a:xfrm>
        </p:grpSpPr>
        <p:sp>
          <p:nvSpPr>
            <p:cNvPr id="812" name="矩形 811"/>
            <p:cNvSpPr/>
            <p:nvPr/>
          </p:nvSpPr>
          <p:spPr>
            <a:xfrm>
              <a:off x="2964" y="2686"/>
              <a:ext cx="1562" cy="42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4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AI+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教育</a:t>
              </a:r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charset="0"/>
              </a:endParaRPr>
            </a:p>
          </p:txBody>
        </p:sp>
        <p:sp>
          <p:nvSpPr>
            <p:cNvPr id="813" name="矩形 812"/>
            <p:cNvSpPr/>
            <p:nvPr/>
          </p:nvSpPr>
          <p:spPr>
            <a:xfrm>
              <a:off x="5501" y="2687"/>
              <a:ext cx="1562" cy="4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4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AI+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管理</a:t>
              </a:r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charset="0"/>
              </a:endParaRPr>
            </a:p>
          </p:txBody>
        </p:sp>
        <p:sp>
          <p:nvSpPr>
            <p:cNvPr id="814" name="矩形 813"/>
            <p:cNvSpPr/>
            <p:nvPr/>
          </p:nvSpPr>
          <p:spPr>
            <a:xfrm>
              <a:off x="8004" y="2687"/>
              <a:ext cx="1562" cy="4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4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AI+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知识</a:t>
              </a:r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charset="0"/>
              </a:endParaRPr>
            </a:p>
          </p:txBody>
        </p:sp>
        <p:sp>
          <p:nvSpPr>
            <p:cNvPr id="816" name="矩形 815"/>
            <p:cNvSpPr/>
            <p:nvPr/>
          </p:nvSpPr>
          <p:spPr>
            <a:xfrm>
              <a:off x="10456" y="2674"/>
              <a:ext cx="1562" cy="4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4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AI+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运营</a:t>
              </a:r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charset="0"/>
              </a:endParaRPr>
            </a:p>
          </p:txBody>
        </p:sp>
        <p:sp>
          <p:nvSpPr>
            <p:cNvPr id="819" name="矩形 818"/>
            <p:cNvSpPr/>
            <p:nvPr/>
          </p:nvSpPr>
          <p:spPr>
            <a:xfrm>
              <a:off x="13022" y="2670"/>
              <a:ext cx="1491" cy="4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accent4"/>
              </a:solidFill>
              <a:prstDash val="sysDot"/>
            </a:ln>
            <a:effectLst/>
          </p:spPr>
          <p:txBody>
            <a:bodyPr rtlCol="0" anchor="ctr"/>
            <a:lstStyle/>
            <a:p>
              <a:pPr algn="ctr" defTabSz="457200"/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Calibri" panose="020F0502020204030204" charset="0"/>
                </a:rPr>
                <a:t>……</a:t>
              </a:r>
              <a:endPara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Calibri" panose="020F0502020204030204" charset="0"/>
              </a:endParaRPr>
            </a:p>
          </p:txBody>
        </p:sp>
      </p:grpSp>
      <p:sp>
        <p:nvSpPr>
          <p:cNvPr id="839" name="矩形 838"/>
          <p:cNvSpPr/>
          <p:nvPr/>
        </p:nvSpPr>
        <p:spPr>
          <a:xfrm>
            <a:off x="725170" y="4921885"/>
            <a:ext cx="9534525" cy="11455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03" name="矩形 802"/>
          <p:cNvSpPr/>
          <p:nvPr/>
        </p:nvSpPr>
        <p:spPr>
          <a:xfrm>
            <a:off x="8772751" y="4977765"/>
            <a:ext cx="1424940" cy="1038860"/>
          </a:xfrm>
          <a:prstGeom prst="rect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模型管理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2" name="矩形 801"/>
          <p:cNvSpPr/>
          <p:nvPr/>
        </p:nvSpPr>
        <p:spPr>
          <a:xfrm>
            <a:off x="6882450" y="4986655"/>
            <a:ext cx="1424940" cy="1038860"/>
          </a:xfrm>
          <a:prstGeom prst="rect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工作流管理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01" name="文本框 600"/>
          <p:cNvSpPr txBox="1"/>
          <p:nvPr>
            <p:custDataLst>
              <p:tags r:id="rId41"/>
            </p:custDataLst>
          </p:nvPr>
        </p:nvSpPr>
        <p:spPr>
          <a:xfrm>
            <a:off x="724535" y="5298440"/>
            <a:ext cx="720090" cy="415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工具层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能力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780" name="矩形 779"/>
          <p:cNvSpPr/>
          <p:nvPr/>
        </p:nvSpPr>
        <p:spPr>
          <a:xfrm>
            <a:off x="1380490" y="4986655"/>
            <a:ext cx="1398905" cy="1033145"/>
          </a:xfrm>
          <a:prstGeom prst="rect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知识库管理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81" name="矩形 780"/>
          <p:cNvSpPr/>
          <p:nvPr/>
        </p:nvSpPr>
        <p:spPr>
          <a:xfrm>
            <a:off x="1471295" y="5224145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多格式解析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2" name="矩形 781"/>
          <p:cNvSpPr/>
          <p:nvPr/>
        </p:nvSpPr>
        <p:spPr>
          <a:xfrm>
            <a:off x="1471295" y="5497195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语义索引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3" name="矩形 782"/>
          <p:cNvSpPr/>
          <p:nvPr/>
        </p:nvSpPr>
        <p:spPr>
          <a:xfrm>
            <a:off x="1471295" y="5757545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知识库隔离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4" name="矩形 783"/>
          <p:cNvSpPr/>
          <p:nvPr/>
        </p:nvSpPr>
        <p:spPr>
          <a:xfrm>
            <a:off x="3240114" y="4986655"/>
            <a:ext cx="1347470" cy="1038860"/>
          </a:xfrm>
          <a:prstGeom prst="rect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插件管理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85" name="矩形 784"/>
          <p:cNvSpPr/>
          <p:nvPr/>
        </p:nvSpPr>
        <p:spPr>
          <a:xfrm>
            <a:off x="3308694" y="5228590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API调用插件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6" name="矩形 785"/>
          <p:cNvSpPr/>
          <p:nvPr/>
        </p:nvSpPr>
        <p:spPr>
          <a:xfrm>
            <a:off x="3308694" y="5491480"/>
            <a:ext cx="120650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大模型插件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7" name="矩形 786"/>
          <p:cNvSpPr/>
          <p:nvPr/>
        </p:nvSpPr>
        <p:spPr>
          <a:xfrm>
            <a:off x="3308694" y="5761990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知识检索插件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8" name="矩形 787"/>
          <p:cNvSpPr/>
          <p:nvPr/>
        </p:nvSpPr>
        <p:spPr>
          <a:xfrm>
            <a:off x="6975795" y="5228590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工具能力管理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9" name="矩形 788"/>
          <p:cNvSpPr/>
          <p:nvPr/>
        </p:nvSpPr>
        <p:spPr>
          <a:xfrm>
            <a:off x="6975795" y="5501005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工作流编排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0" name="矩形 789"/>
          <p:cNvSpPr/>
          <p:nvPr/>
        </p:nvSpPr>
        <p:spPr>
          <a:xfrm>
            <a:off x="6975795" y="5753100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调试发布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1" name="矩形 790"/>
          <p:cNvSpPr/>
          <p:nvPr/>
        </p:nvSpPr>
        <p:spPr>
          <a:xfrm>
            <a:off x="8881971" y="5217160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模型选择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2" name="矩形 791"/>
          <p:cNvSpPr/>
          <p:nvPr/>
        </p:nvSpPr>
        <p:spPr>
          <a:xfrm>
            <a:off x="8881971" y="5490210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能力配置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3" name="矩形 792"/>
          <p:cNvSpPr/>
          <p:nvPr/>
        </p:nvSpPr>
        <p:spPr>
          <a:xfrm>
            <a:off x="8881971" y="5750560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调试发布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4" name="矩形 793"/>
          <p:cNvSpPr/>
          <p:nvPr/>
        </p:nvSpPr>
        <p:spPr>
          <a:xfrm>
            <a:off x="5013942" y="4980940"/>
            <a:ext cx="1424940" cy="1038860"/>
          </a:xfrm>
          <a:prstGeom prst="rect">
            <a:avLst/>
          </a:prstGeom>
          <a:solidFill>
            <a:schemeClr val="accent6">
              <a:lumMod val="40000"/>
              <a:lumOff val="60000"/>
              <a:alpha val="31000"/>
            </a:schemeClr>
          </a:solidFill>
          <a:ln w="15875" cap="flat" cmpd="sng" algn="ctr">
            <a:noFill/>
            <a:prstDash val="sysDot"/>
          </a:ln>
          <a:effectLst/>
        </p:spPr>
        <p:txBody>
          <a:bodyPr rtlCol="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提示词管理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95" name="矩形 794"/>
          <p:cNvSpPr/>
          <p:nvPr/>
        </p:nvSpPr>
        <p:spPr>
          <a:xfrm>
            <a:off x="5115542" y="5228590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预制模板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6" name="矩形 795"/>
          <p:cNvSpPr/>
          <p:nvPr/>
        </p:nvSpPr>
        <p:spPr>
          <a:xfrm>
            <a:off x="5115542" y="5501005"/>
            <a:ext cx="1203960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模板评估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97" name="矩形 796"/>
          <p:cNvSpPr/>
          <p:nvPr/>
        </p:nvSpPr>
        <p:spPr>
          <a:xfrm>
            <a:off x="5115542" y="5761990"/>
            <a:ext cx="1205865" cy="21145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6">
                <a:lumMod val="75000"/>
              </a:scheme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模板导入导出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44" name="矩形 843"/>
          <p:cNvSpPr/>
          <p:nvPr/>
        </p:nvSpPr>
        <p:spPr>
          <a:xfrm>
            <a:off x="724535" y="6145530"/>
            <a:ext cx="9535160" cy="4508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71" name="文本框 770"/>
          <p:cNvSpPr txBox="1"/>
          <p:nvPr/>
        </p:nvSpPr>
        <p:spPr>
          <a:xfrm>
            <a:off x="1379855" y="6207760"/>
            <a:ext cx="8818880" cy="350520"/>
          </a:xfrm>
          <a:prstGeom prst="rect">
            <a:avLst/>
          </a:prstGeom>
          <a:solidFill>
            <a:srgbClr val="70AD47">
              <a:lumMod val="40000"/>
              <a:lumOff val="60000"/>
              <a:alpha val="31000"/>
            </a:srgbClr>
          </a:solidFill>
          <a:ln>
            <a:noFill/>
            <a:prstDash val="sysDot"/>
          </a:ln>
        </p:spPr>
        <p:txBody>
          <a:bodyPr wrap="square" rtlCol="0" anchor="ctr" anchorCtr="0">
            <a:noAutofit/>
          </a:bodyPr>
          <a:lstStyle/>
          <a:p>
            <a:endParaRPr lang="zh-CN" altLang="en-US" sz="1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2" name="矩形 771"/>
          <p:cNvSpPr/>
          <p:nvPr/>
        </p:nvSpPr>
        <p:spPr>
          <a:xfrm>
            <a:off x="9378315" y="6278245"/>
            <a:ext cx="713740" cy="2362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rPr>
              <a:t>...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73" name="矩形 772"/>
          <p:cNvSpPr/>
          <p:nvPr/>
        </p:nvSpPr>
        <p:spPr>
          <a:xfrm>
            <a:off x="8211820" y="6282690"/>
            <a:ext cx="1010920" cy="2362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Arial" panose="020B0604020202090204" pitchFamily="34" charset="0"/>
                <a:sym typeface="Arial" panose="020B0604020202090204" pitchFamily="34" charset="0"/>
              </a:rPr>
              <a:t>Transformer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74" name="矩形 773"/>
          <p:cNvSpPr/>
          <p:nvPr/>
        </p:nvSpPr>
        <p:spPr>
          <a:xfrm>
            <a:off x="5528945" y="6282690"/>
            <a:ext cx="1339215" cy="2362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algn="ctr" defTabSz="946785"/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90204" pitchFamily="34" charset="0"/>
              </a:rPr>
              <a:t>ChatGLM3-6B-Cha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75" name="矩形 774"/>
          <p:cNvSpPr/>
          <p:nvPr/>
        </p:nvSpPr>
        <p:spPr>
          <a:xfrm>
            <a:off x="7166610" y="6278245"/>
            <a:ext cx="767715" cy="2362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Arial" panose="020B0604020202090204" pitchFamily="34" charset="0"/>
                <a:sym typeface="Arial" panose="020B0604020202090204" pitchFamily="34" charset="0"/>
              </a:rPr>
              <a:t>Bert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776" name="矩形 775"/>
          <p:cNvSpPr/>
          <p:nvPr/>
        </p:nvSpPr>
        <p:spPr>
          <a:xfrm>
            <a:off x="1470660" y="6268085"/>
            <a:ext cx="1050290" cy="23050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Arial" panose="020B0604020202090204" pitchFamily="34" charset="0"/>
                <a:sym typeface="+mn-ea"/>
              </a:rPr>
              <a:t>DeepSeek-R1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77" name="矩形 776"/>
          <p:cNvSpPr/>
          <p:nvPr/>
        </p:nvSpPr>
        <p:spPr>
          <a:xfrm>
            <a:off x="2799080" y="6282690"/>
            <a:ext cx="1045210" cy="23177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solidFill>
                  <a:sysClr val="windowText" lastClr="000000"/>
                </a:solidFill>
                <a:latin typeface="Arial" panose="020B0604020202090204" pitchFamily="34" charset="0"/>
                <a:sym typeface="+mn-ea"/>
              </a:rPr>
              <a:t>DeepSeek-V3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78" name="矩形 777"/>
          <p:cNvSpPr/>
          <p:nvPr/>
        </p:nvSpPr>
        <p:spPr>
          <a:xfrm>
            <a:off x="4122420" y="6278245"/>
            <a:ext cx="1148080" cy="23622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70AD47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>
            <a:defPPr>
              <a:defRPr lang="en-US">
                <a:solidFill>
                  <a:sysClr val="window" lastClr="FFFFFF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Rockwell" panose="02060503020205020403" charset="0"/>
                <a:ea typeface="+mn-ea"/>
                <a:cs typeface="+mn-ea"/>
              </a:defRPr>
            </a:lvl9pPr>
          </a:lstStyle>
          <a:p>
            <a:pPr algn="ctr" defTabSz="946785"/>
            <a:r>
              <a:rPr lang="en-US" altLang="zh-CN" sz="1000" dirty="0">
                <a:solidFill>
                  <a:sysClr val="windowText" lastClr="000000"/>
                </a:solidFill>
                <a:latin typeface="Arial" panose="020B0604020202090204" pitchFamily="34" charset="0"/>
                <a:sym typeface="+mn-ea"/>
              </a:rPr>
              <a:t>QwQ-32B-AWQ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52" name="文本框 751"/>
          <p:cNvSpPr txBox="1"/>
          <p:nvPr>
            <p:custDataLst>
              <p:tags r:id="rId42"/>
            </p:custDataLst>
          </p:nvPr>
        </p:nvSpPr>
        <p:spPr>
          <a:xfrm>
            <a:off x="758825" y="6170930"/>
            <a:ext cx="629920" cy="400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智能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底座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grpSp>
        <p:nvGrpSpPr>
          <p:cNvPr id="854" name="组合 853"/>
          <p:cNvGrpSpPr/>
          <p:nvPr/>
        </p:nvGrpSpPr>
        <p:grpSpPr>
          <a:xfrm>
            <a:off x="-18415" y="1834464"/>
            <a:ext cx="702310" cy="5410679"/>
            <a:chOff x="323" y="1760"/>
            <a:chExt cx="1106" cy="8201"/>
          </a:xfrm>
        </p:grpSpPr>
        <p:sp>
          <p:nvSpPr>
            <p:cNvPr id="855" name="矩形 854"/>
            <p:cNvSpPr/>
            <p:nvPr/>
          </p:nvSpPr>
          <p:spPr>
            <a:xfrm>
              <a:off x="411" y="1760"/>
              <a:ext cx="958" cy="609"/>
            </a:xfrm>
            <a:prstGeom prst="rect">
              <a:avLst/>
            </a:prstGeom>
            <a:noFill/>
            <a:ln>
              <a:noFill/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用户平台</a:t>
              </a:r>
              <a:endParaRPr lang="zh-CN" altLang="en-US" sz="1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6" name="矩形 855"/>
            <p:cNvSpPr/>
            <p:nvPr/>
          </p:nvSpPr>
          <p:spPr>
            <a:xfrm>
              <a:off x="323" y="5368"/>
              <a:ext cx="1106" cy="955"/>
            </a:xfrm>
            <a:prstGeom prst="rect">
              <a:avLst/>
            </a:prstGeom>
            <a:noFill/>
            <a:ln>
              <a:noFill/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管理员平台</a:t>
              </a:r>
              <a:endParaRPr lang="zh-CN" altLang="en-US" sz="1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0" name="矩形 859"/>
            <p:cNvSpPr/>
            <p:nvPr/>
          </p:nvSpPr>
          <p:spPr>
            <a:xfrm>
              <a:off x="370" y="1860"/>
              <a:ext cx="1059" cy="8101"/>
            </a:xfrm>
            <a:prstGeom prst="rect">
              <a:avLst/>
            </a:prstGeom>
            <a:noFill/>
            <a:ln w="19050" cmpd="dbl">
              <a:noFill/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891" name="矩形 890"/>
          <p:cNvSpPr/>
          <p:nvPr>
            <p:custDataLst>
              <p:tags r:id="rId43"/>
            </p:custDataLst>
          </p:nvPr>
        </p:nvSpPr>
        <p:spPr>
          <a:xfrm>
            <a:off x="10327640" y="2445385"/>
            <a:ext cx="1298575" cy="417068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ysDot"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00" b="0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97" name="圆角矩形 109"/>
          <p:cNvSpPr/>
          <p:nvPr>
            <p:custDataLst>
              <p:tags r:id="rId44"/>
            </p:custDataLst>
          </p:nvPr>
        </p:nvSpPr>
        <p:spPr>
          <a:xfrm>
            <a:off x="10499725" y="3129232"/>
            <a:ext cx="933450" cy="43200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权限用户管理</a:t>
            </a:r>
            <a:endParaRPr kumimoji="0" lang="zh-CN" altLang="en-US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898" name="圆角矩形 110"/>
          <p:cNvSpPr/>
          <p:nvPr>
            <p:custDataLst>
              <p:tags r:id="rId45"/>
            </p:custDataLst>
          </p:nvPr>
        </p:nvSpPr>
        <p:spPr>
          <a:xfrm>
            <a:off x="10499725" y="4025984"/>
            <a:ext cx="93345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普通用户管理</a:t>
            </a:r>
            <a:endParaRPr kumimoji="0" lang="zh-CN" altLang="en-US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901" name="圆角矩形 50"/>
          <p:cNvSpPr/>
          <p:nvPr>
            <p:custDataLst>
              <p:tags r:id="rId46"/>
            </p:custDataLst>
          </p:nvPr>
        </p:nvSpPr>
        <p:spPr>
          <a:xfrm>
            <a:off x="10499725" y="4960474"/>
            <a:ext cx="93345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操作日志</a:t>
            </a:r>
            <a:endParaRPr kumimoji="0" lang="zh-CN" altLang="en-US" sz="10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909" name="圆角矩形 124"/>
          <p:cNvSpPr/>
          <p:nvPr>
            <p:custDataLst>
              <p:tags r:id="rId47"/>
            </p:custDataLst>
          </p:nvPr>
        </p:nvSpPr>
        <p:spPr>
          <a:xfrm>
            <a:off x="10510520" y="5918400"/>
            <a:ext cx="932815" cy="43180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/>
        </p:spPr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……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921" name="矩形 920"/>
          <p:cNvSpPr/>
          <p:nvPr/>
        </p:nvSpPr>
        <p:spPr>
          <a:xfrm>
            <a:off x="622935" y="856615"/>
            <a:ext cx="11012652" cy="88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3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分层分级权限管理体系</a:t>
            </a:r>
            <a:r>
              <a:rPr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：支持与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现有</a:t>
            </a:r>
            <a:r>
              <a:rPr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架构及现有权限系统无缝集成，实现业务与运维权限的严格分离</a:t>
            </a:r>
            <a:r>
              <a:rPr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3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模块化解耦与生态扩展</a:t>
            </a:r>
            <a:r>
              <a:rPr sz="16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：功能模块化设计，实现独立开发部署；智能体生态可扩展，支持接入第三方平台及智能体</a:t>
            </a:r>
            <a:r>
              <a:rPr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just">
              <a:lnSpc>
                <a:spcPct val="13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垂直领域教育大模型</a:t>
            </a:r>
            <a:r>
              <a:rPr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精准分析学生学习数据，智能辅助评估，为教育教学注入新的活力和动力</a:t>
            </a:r>
            <a:r>
              <a:rPr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75392" y="213359"/>
            <a:ext cx="1511807" cy="445008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3388233" y="1809534"/>
            <a:ext cx="114300" cy="3923665"/>
          </a:xfrm>
          <a:custGeom>
            <a:avLst/>
            <a:gdLst/>
            <a:ahLst/>
            <a:cxnLst/>
            <a:rect l="l" t="t" r="r" b="b"/>
            <a:pathLst>
              <a:path w="114300" h="3923665">
                <a:moveTo>
                  <a:pt x="0" y="3923284"/>
                </a:moveTo>
                <a:lnTo>
                  <a:pt x="114261" y="3923284"/>
                </a:lnTo>
                <a:lnTo>
                  <a:pt x="114261" y="0"/>
                </a:lnTo>
                <a:lnTo>
                  <a:pt x="0" y="0"/>
                </a:lnTo>
                <a:lnTo>
                  <a:pt x="0" y="392328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algn="l" rtl="0"/>
            <a:endParaRPr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777481" y="1373047"/>
            <a:ext cx="15017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</a:t>
            </a:r>
            <a:r>
              <a:rPr spc="-15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endParaRPr sz="8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823618" y="1593811"/>
            <a:ext cx="1424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CO</a:t>
            </a:r>
            <a:r>
              <a:rPr sz="2000" kern="1200" spc="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N</a:t>
            </a: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TENT</a:t>
            </a:r>
            <a:r>
              <a:rPr sz="2000" kern="1200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S</a:t>
            </a:r>
            <a:endParaRPr sz="2000"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142105" y="3738245"/>
            <a:ext cx="6042025" cy="650240"/>
            <a:chOff x="6425" y="4693"/>
            <a:chExt cx="9515" cy="1024"/>
          </a:xfrm>
          <a:solidFill>
            <a:schemeClr val="bg2">
              <a:lumMod val="75000"/>
            </a:schemeClr>
          </a:solidFill>
        </p:grpSpPr>
        <p:sp>
          <p:nvSpPr>
            <p:cNvPr id="11" name="object 10"/>
            <p:cNvSpPr/>
            <p:nvPr/>
          </p:nvSpPr>
          <p:spPr>
            <a:xfrm>
              <a:off x="8367" y="4693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产品介绍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object 10"/>
            <p:cNvSpPr/>
            <p:nvPr/>
          </p:nvSpPr>
          <p:spPr>
            <a:xfrm>
              <a:off x="6425" y="4693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二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142105" y="4777740"/>
            <a:ext cx="6033135" cy="650240"/>
            <a:chOff x="6439" y="7696"/>
            <a:chExt cx="9501" cy="1024"/>
          </a:xfrm>
          <a:solidFill>
            <a:schemeClr val="bg2">
              <a:lumMod val="75000"/>
            </a:schemeClr>
          </a:solidFill>
        </p:grpSpPr>
        <p:sp>
          <p:nvSpPr>
            <p:cNvPr id="19" name="object 10"/>
            <p:cNvSpPr/>
            <p:nvPr/>
          </p:nvSpPr>
          <p:spPr>
            <a:xfrm>
              <a:off x="8367" y="769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产品优势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object 10"/>
            <p:cNvSpPr/>
            <p:nvPr/>
          </p:nvSpPr>
          <p:spPr>
            <a:xfrm>
              <a:off x="6439" y="769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三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33215" y="2698750"/>
            <a:ext cx="6042025" cy="650240"/>
            <a:chOff x="6425" y="3266"/>
            <a:chExt cx="9515" cy="1024"/>
          </a:xfrm>
          <a:solidFill>
            <a:srgbClr val="C00000"/>
          </a:solidFill>
        </p:grpSpPr>
        <p:sp>
          <p:nvSpPr>
            <p:cNvPr id="22" name="object 10"/>
            <p:cNvSpPr/>
            <p:nvPr/>
          </p:nvSpPr>
          <p:spPr>
            <a:xfrm>
              <a:off x="8367" y="326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技术架构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object 10"/>
            <p:cNvSpPr/>
            <p:nvPr/>
          </p:nvSpPr>
          <p:spPr>
            <a:xfrm>
              <a:off x="6425" y="326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一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试卷批改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TextBox 21"/>
          <p:cNvSpPr txBox="1"/>
          <p:nvPr>
            <p:custDataLst>
              <p:tags r:id="rId1"/>
            </p:custDataLst>
          </p:nvPr>
        </p:nvSpPr>
        <p:spPr>
          <a:xfrm>
            <a:off x="447675" y="1015365"/>
            <a:ext cx="4900930" cy="55143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indent="355600" algn="just">
              <a:lnSpc>
                <a:spcPts val="3600"/>
              </a:lnSpc>
              <a:spcBef>
                <a:spcPts val="4400"/>
              </a:spcBef>
              <a:defRPr sz="1200" spc="1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285750" marR="0" lvl="0" indent="-28575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"/>
            </a:pPr>
            <a:r>
              <a:rPr sz="2000" b="1" spc="0" dirty="0" err="1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辅助教师</a:t>
            </a:r>
            <a:r>
              <a:rPr lang="zh-CN" altLang="en-US" sz="2000" b="1" spc="0" dirty="0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批改作业</a:t>
            </a:r>
            <a:endParaRPr sz="2000" b="1" spc="0" dirty="0">
              <a:solidFill>
                <a:srgbClr val="C00000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支持语文</a:t>
            </a:r>
            <a:r>
              <a:rPr lang="zh-CN" altLang="en-US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、数学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和英语</a:t>
            </a:r>
            <a:r>
              <a:rPr lang="zh-CN" altLang="en-US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等学科的作业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智能</a:t>
            </a:r>
            <a:r>
              <a:rPr lang="zh-CN" altLang="en-US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批改</a:t>
            </a:r>
            <a:r>
              <a:rPr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，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提高教师批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改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效率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。</a:t>
            </a:r>
            <a:endParaRPr lang="zh-CN" sz="20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sz="5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5750" marR="0" lvl="0" indent="-28575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"/>
            </a:pPr>
            <a:r>
              <a:rPr lang="zh-CN" altLang="en-US" sz="2000" b="1" spc="0" dirty="0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作文</a:t>
            </a:r>
            <a:r>
              <a:rPr sz="2000" b="1" spc="0" dirty="0" err="1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全面维度评估</a:t>
            </a:r>
            <a:endParaRPr sz="2000" b="1" spc="0" dirty="0">
              <a:solidFill>
                <a:srgbClr val="C00000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根据作文的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内容</a:t>
            </a:r>
            <a:r>
              <a:rPr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、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语法、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语病、内容连贯性、逻辑结构</a:t>
            </a:r>
            <a:r>
              <a:rPr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、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高级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表达和错别字等多维度提供批阅反馈，并给出作文的综合得分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及总体评价。</a:t>
            </a:r>
            <a:endParaRPr lang="zh-CN" sz="20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sz="5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5750" marR="0" lvl="0" indent="-28575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"/>
            </a:pPr>
            <a:r>
              <a:rPr sz="2000" b="1" spc="0" dirty="0" err="1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持续学习与优化</a:t>
            </a:r>
            <a:endParaRPr sz="2000" b="1" spc="0" dirty="0">
              <a:solidFill>
                <a:srgbClr val="C00000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教师可对</a:t>
            </a:r>
            <a:r>
              <a:rPr lang="zh-CN" altLang="en-US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作业批改</a:t>
            </a: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结果进行评分，系统根据教师反馈调整批阅标准和优化算法，不断提高作文批阅质量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。</a:t>
            </a:r>
            <a:endParaRPr lang="zh-CN" sz="20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7" name="图片 6" descr="Group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930" y="1015365"/>
            <a:ext cx="5061585" cy="2567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 descr="Group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930" y="3791585"/>
            <a:ext cx="5158105" cy="2618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作业试卷批改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29505" y="2820670"/>
            <a:ext cx="7179945" cy="3636010"/>
            <a:chOff x="4543" y="3537"/>
            <a:chExt cx="10440" cy="511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43" y="3537"/>
              <a:ext cx="10441" cy="511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2" y="3577"/>
              <a:ext cx="6396" cy="3918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95" y="1142365"/>
            <a:ext cx="5004435" cy="1283335"/>
          </a:xfrm>
          <a:prstGeom prst="rect">
            <a:avLst/>
          </a:prstGeom>
        </p:spPr>
      </p:pic>
      <p:sp>
        <p:nvSpPr>
          <p:cNvPr id="10" name="TextBox 21"/>
          <p:cNvSpPr txBox="1"/>
          <p:nvPr>
            <p:custDataLst>
              <p:tags r:id="rId4"/>
            </p:custDataLst>
          </p:nvPr>
        </p:nvSpPr>
        <p:spPr>
          <a:xfrm>
            <a:off x="484505" y="1377315"/>
            <a:ext cx="4041775" cy="47142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noAutofit/>
          </a:bodyPr>
          <a:lstStyle>
            <a:lvl1pPr indent="355600" algn="just">
              <a:lnSpc>
                <a:spcPts val="3600"/>
              </a:lnSpc>
              <a:spcBef>
                <a:spcPts val="4400"/>
              </a:spcBef>
              <a:defRPr sz="1200" spc="1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sz="5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5750" marR="0" lvl="0" indent="-28575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"/>
            </a:pPr>
            <a:r>
              <a:rPr sz="2000" b="1" spc="0" dirty="0" err="1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学生练习智批</a:t>
            </a:r>
            <a:endParaRPr sz="2000" b="1" spc="0" dirty="0">
              <a:solidFill>
                <a:srgbClr val="C00000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学生可自主练习，系统提供智能即时批阅，解决课后没有教师辅导问题，促进学生自主学习</a:t>
            </a:r>
            <a:r>
              <a:rPr lang="zh-CN" sz="2000" spc="0" dirty="0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。</a:t>
            </a:r>
            <a:endParaRPr lang="zh-CN" sz="20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endParaRPr sz="500" spc="0" dirty="0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  <a:p>
            <a:pPr marL="285750" marR="0" lvl="0" indent="-28575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"/>
            </a:pPr>
            <a:r>
              <a:rPr lang="zh-CN" sz="2000" b="1" spc="0" dirty="0">
                <a:solidFill>
                  <a:srgbClr val="C00000"/>
                </a:solidFill>
                <a:cs typeface="黑体" panose="02010609060101010101" pitchFamily="49" charset="-122"/>
                <a:sym typeface="+mn-ea"/>
              </a:rPr>
              <a:t>知识点辅助</a:t>
            </a:r>
            <a:endParaRPr sz="2000" b="1" spc="0" dirty="0">
              <a:solidFill>
                <a:srgbClr val="C00000"/>
              </a:solidFill>
              <a:cs typeface="黑体" panose="02010609060101010101" pitchFamily="49" charset="-122"/>
              <a:sym typeface="+mn-ea"/>
            </a:endParaRPr>
          </a:p>
          <a:p>
            <a:pPr marL="288290" marR="0" lvl="0" indent="0" algn="l" defTabSz="457200" rtl="0" eaLnBrk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支持题目解答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，</a:t>
            </a:r>
            <a:r>
              <a:rPr lang="zh-CN" altLang="en-US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主要解题思路讲解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，</a:t>
            </a:r>
            <a:r>
              <a:rPr lang="zh-CN" altLang="en-US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知识点考点总结归纳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；</a:t>
            </a:r>
            <a:r>
              <a:rPr lang="zh-CN" altLang="en-US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关联知识点文档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，</a:t>
            </a:r>
            <a:r>
              <a:rPr lang="zh-CN" altLang="en-US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可匹配知识库中相关内容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，</a:t>
            </a:r>
            <a:r>
              <a:rPr lang="zh-CN" altLang="en-US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协助学生巩固加深</a:t>
            </a:r>
            <a:r>
              <a:rPr lang="en-US" altLang="zh-CN" sz="2000" spc="0" dirty="0" err="1">
                <a:solidFill>
                  <a:schemeClr val="tx1"/>
                </a:solidFill>
                <a:cs typeface="黑体" panose="02010609060101010101" pitchFamily="49" charset="-122"/>
                <a:sym typeface="+mn-ea"/>
              </a:rPr>
              <a:t>。</a:t>
            </a:r>
            <a:endParaRPr lang="en-US" altLang="zh-CN" sz="2000" spc="0" dirty="0" err="1">
              <a:solidFill>
                <a:schemeClr val="tx1"/>
              </a:solidFill>
              <a:cs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智能问答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288524" y="1085386"/>
            <a:ext cx="11497310" cy="89667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9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以校园知识库为核心，整合学生的作业、考试、日常行为等各项数据，为学生智能体及画像提供基础支撑，基于大模型的推理与分析能力，对复杂问题进行多维理解与逻辑推演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解答家长的各类关于学生的常见问题。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8690" y="2099056"/>
            <a:ext cx="4970974" cy="43531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9EFE6"/>
              </a:gs>
              <a:gs pos="83000">
                <a:srgbClr val="FCF6E3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随时准备回答你的问题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全天候陪伴，随时在线，随时解答你校园疑惑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强大的数据处理能力，回答紧贴需求，运行效果优，响应速度快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易操作的智能化界面，轻松上手使用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8290" eaLnBrk="1">
              <a:lnSpc>
                <a:spcPct val="150000"/>
              </a:lnSpc>
              <a:buNone/>
            </a:pPr>
            <a:endParaRPr lang="en-US" altLang="zh-CN" sz="10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相关内容精准提醒、历史会话轻松查找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智能分析问题，不仅解答问题，而且提供相关内容资料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indent="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历史会话存留记录，轻松找回历史内容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8290" indent="0" eaLnBrk="1">
              <a:lnSpc>
                <a:spcPct val="150000"/>
              </a:lnSpc>
              <a:buNone/>
            </a:pPr>
            <a:endParaRPr lang="en-US" altLang="zh-CN" sz="10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知识库便捷管理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一键关联相关知识库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支持高级搜索、快速查看，轻松找到所需资料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支持多格式文件的高速上传、安全存储、下载及预览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indent="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目录清晰可编排，多级目录随意调整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8290" indent="0" eaLnBrk="1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灵活设置权限，数据信息安全可控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265" y="2633387"/>
            <a:ext cx="3314630" cy="4146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094" y="2098211"/>
            <a:ext cx="2313305" cy="4641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712" y="4838002"/>
            <a:ext cx="4744994" cy="190142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学生画像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0680" y="1152525"/>
            <a:ext cx="11525250" cy="16052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rgbClr val="C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大模型为每一位学生的个人画像生成结论性的指导意见</a:t>
            </a:r>
            <a:endParaRPr lang="zh-CN" altLang="en-US" sz="1600" b="1" dirty="0">
              <a:solidFill>
                <a:srgbClr val="C0000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</a:pPr>
            <a:r>
              <a:rPr lang="zh-CN" altLang="en-US" sz="1600" b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技术的应用为每一位学生提供了精准的个人画像分析。通过收集学生的学习习惯、成绩表现、兴趣爱好等多维度数据，大模型能够深度挖掘并生成每位学生的个性化画像。基于这些画像，大模型能进一步分析出学生在不同学科、技能领域的优势和不足，从而生成结论性的指导意见。</a:t>
            </a:r>
            <a:endParaRPr lang="zh-CN" altLang="en-US" sz="1600" b="1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2135" y="3056255"/>
            <a:ext cx="3823335" cy="32829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27625" y="3201670"/>
            <a:ext cx="5803265" cy="3000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个性化画像构建，精准指导：</a:t>
            </a:r>
            <a:endParaRPr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基于全面而深入的学生数据，生成多维度个性化画像，帮助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教师与家长</a:t>
            </a:r>
            <a:r>
              <a:rPr sz="1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更精准地理解学生的需求、兴趣和优势，从而提供定制化的教育指导和支持，促进每个学生的全面发展</a:t>
            </a:r>
            <a:r>
              <a:rPr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智能综合评价，科学决策：</a:t>
            </a:r>
            <a:endParaRPr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借助先进的大模型技术，自动生成包含多维度、多层次的学生综合评价，为学校管理者、教师和家长提供了科学的决策依据，有助于制定更加合理、有效的教育策略，共同推动学生健康成长。</a:t>
            </a:r>
            <a:endParaRPr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学生画像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25" y="974090"/>
            <a:ext cx="7698740" cy="5744210"/>
          </a:xfrm>
          <a:prstGeom prst="rect">
            <a:avLst/>
          </a:prstGeom>
          <a:gradFill>
            <a:gsLst>
              <a:gs pos="0">
                <a:srgbClr val="11494A"/>
              </a:gs>
              <a:gs pos="40000">
                <a:srgbClr val="1C54D4"/>
              </a:gs>
              <a:gs pos="87000">
                <a:srgbClr val="2C1D86"/>
              </a:gs>
              <a:gs pos="23000">
                <a:srgbClr val="1A356C"/>
              </a:gs>
              <a:gs pos="100000">
                <a:srgbClr val="4E024D"/>
              </a:gs>
            </a:gsLst>
            <a:lin ang="5400000" scaled="0"/>
          </a:gra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19720" y="1114425"/>
            <a:ext cx="4064000" cy="53530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第一步</a:t>
            </a: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  </a:t>
            </a: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数据整合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3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我们率先实现学生信息跨系统汇聚整合，全面囊括学生成绩、考勤记录、请假历史、宿舍管理、课程选择等多元化数据，构建学生信息的全景视图。</a:t>
            </a:r>
            <a:endParaRPr kumimoji="0" lang="zh-CN" altLang="en-US" sz="13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第二步</a:t>
            </a: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   </a:t>
            </a: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精准画像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3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依托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大模型的</a:t>
            </a:r>
            <a:r>
              <a:rPr kumimoji="0" lang="zh-CN" altLang="en-US" sz="13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强大分析能力，我们精心打造学生个性化画像，从德育与纪律、个人潜能激发、学业成就追踪、体质健康促进等多维度深入剖析，全方位展现学生成长轨迹，助力精准施教。</a:t>
            </a:r>
            <a:endParaRPr kumimoji="0" lang="zh-CN" altLang="en-US" sz="13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第三步</a:t>
            </a:r>
            <a:r>
              <a:rPr kumimoji="0" lang="en-US" altLang="zh-CN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  </a:t>
            </a: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智能评价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3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90204"/>
              </a:rPr>
              <a:t>引入前沿大模型技术，基于学生画像的丰富数据，自动生成深度综合评价报告。这份报告不仅覆盖了学生在各方面的表现，更蕴含了对未来发展的前瞻性洞察，为学生个性化成长路径规划提供科学依据，全面赋能学生全面发展。</a:t>
            </a:r>
            <a:endParaRPr kumimoji="0" lang="zh-CN" altLang="en-US" sz="13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90204"/>
            </a:endParaRPr>
          </a:p>
        </p:txBody>
      </p:sp>
      <p:pic>
        <p:nvPicPr>
          <p:cNvPr id="5" name="图片 4" descr="Group 4273188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408" y="791845"/>
            <a:ext cx="8547735" cy="52743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22555" y="194945"/>
            <a:ext cx="916051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以智助评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学生画像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05" y="765175"/>
            <a:ext cx="11087735" cy="5949950"/>
          </a:xfrm>
          <a:prstGeom prst="rect">
            <a:avLst/>
          </a:prstGeom>
        </p:spPr>
        <p:txBody>
          <a:bodyPr wrap="square">
            <a:noAutofit/>
          </a:bodyPr>
          <a:p>
            <a:pPr marL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张xx同学年度综合评价报告</a:t>
            </a:r>
            <a:endParaRPr lang="zh-CN" altLang="en-US" sz="16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 学业与学术表现</a:t>
            </a:r>
            <a:endParaRPr lang="zh-CN" altLang="en-US" sz="13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学习成绩： 各模块成绩与学分修习情况良好，学业成绩单显示基础知识扎实，在选科方向上展现出较强的学习潜力。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学习态度： 你对待学习的态度非常认真，总是充满热情地投入每一项任务。你的专注力和自律性让人印象深刻，是同学们学习的榜样。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阅读素养： 图书馆借阅记录显示你保持了良好的阅读习惯，涉猎范围较广，有效拓展了课外知识面。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 体质健康与校园生活</a:t>
            </a:r>
            <a:endParaRPr lang="zh-CN" altLang="en-US" sz="13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体质健康： 体测与体检数据显示，你的身体素质整体达标，体育健康实验项目参与积极。希望能继续保持日常锻炼，进一步提升体能。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校园轨迹与消费： 一卡通消费与校内轨迹记录正常，作息规律，展现了健康、有序的校园生活节奏。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 德育品质与纪律表现</a:t>
            </a:r>
            <a:endParaRPr lang="zh-CN" altLang="en-US" sz="13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德育评价： 你在班级五项评比中表现突出，具有良好的集体荣誉感和团队协作精神。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纪律与考勤： 课堂考勤、宿舍签到及请假记录均保持全优，无缺勤或迟到现象，纪律观念极强，严格遵守校规校纪。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四、 综合素质与个性发展</a:t>
            </a:r>
            <a:endParaRPr lang="zh-CN" altLang="en-US" sz="13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获奖与荣誉： 曾获得多项荣誉，展示了你在学术竞赛或特长领域的优秀表现。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社团与活动： 积极参加社团和综合分类课，在导师辅导和生源评测中反馈良好，体现了全面的综合素质。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心理健康： 心理健康数据显示你状态积极、稳定，具备良好的情绪管理与抗压能力。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b="1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综合评语</a:t>
            </a:r>
            <a:endParaRPr lang="zh-CN" altLang="en-US" sz="1600" b="1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457200" algn="l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 dirty="0">
                <a:ln>
                  <a:noFill/>
                </a:ln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xx同学，你是一名德、智、体、美、劳全面发展的优秀学生。你以严谨的学习态度和高度自律的品格赢得了师生的广泛认可。在未来的学习生涯中，希望你继续发挥榜样力量，在保持学业优势的同时，不断探索潜能，追求卓越。</a:t>
            </a:r>
            <a:endParaRPr lang="zh-CN" altLang="en-US" sz="1300" b="0" i="0" dirty="0">
              <a:ln>
                <a:noFill/>
              </a:ln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375392" y="213359"/>
            <a:ext cx="1511807" cy="445008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3388233" y="1809534"/>
            <a:ext cx="114300" cy="3923665"/>
          </a:xfrm>
          <a:custGeom>
            <a:avLst/>
            <a:gdLst/>
            <a:ahLst/>
            <a:cxnLst/>
            <a:rect l="l" t="t" r="r" b="b"/>
            <a:pathLst>
              <a:path w="114300" h="3923665">
                <a:moveTo>
                  <a:pt x="0" y="3923284"/>
                </a:moveTo>
                <a:lnTo>
                  <a:pt x="114261" y="3923284"/>
                </a:lnTo>
                <a:lnTo>
                  <a:pt x="114261" y="0"/>
                </a:lnTo>
                <a:lnTo>
                  <a:pt x="0" y="0"/>
                </a:lnTo>
                <a:lnTo>
                  <a:pt x="0" y="392328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pPr algn="l" rtl="0"/>
            <a:endParaRPr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777481" y="1373047"/>
            <a:ext cx="150177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</a:t>
            </a:r>
            <a:r>
              <a:rPr spc="-15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endParaRPr sz="8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1823618" y="1593811"/>
            <a:ext cx="14243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CO</a:t>
            </a:r>
            <a:r>
              <a:rPr sz="2000" kern="1200" spc="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N</a:t>
            </a:r>
            <a:r>
              <a:rPr sz="2000" kern="1200" spc="-5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TENT</a:t>
            </a:r>
            <a:r>
              <a:rPr sz="2000" kern="1200" dirty="0">
                <a:solidFill>
                  <a:srgbClr val="2E2E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微软雅黑" panose="020B0503020204020204" pitchFamily="34" charset="-122"/>
              </a:rPr>
              <a:t>S</a:t>
            </a:r>
            <a:endParaRPr sz="2000" kern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/>
              <a:sym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142105" y="3738245"/>
            <a:ext cx="6042025" cy="650240"/>
            <a:chOff x="6425" y="4693"/>
            <a:chExt cx="9515" cy="1024"/>
          </a:xfrm>
          <a:solidFill>
            <a:schemeClr val="bg2">
              <a:lumMod val="75000"/>
            </a:schemeClr>
          </a:solidFill>
        </p:grpSpPr>
        <p:sp>
          <p:nvSpPr>
            <p:cNvPr id="11" name="object 10"/>
            <p:cNvSpPr/>
            <p:nvPr/>
          </p:nvSpPr>
          <p:spPr>
            <a:xfrm>
              <a:off x="8367" y="4693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产品介绍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object 10"/>
            <p:cNvSpPr/>
            <p:nvPr/>
          </p:nvSpPr>
          <p:spPr>
            <a:xfrm>
              <a:off x="6425" y="4693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二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142105" y="4777740"/>
            <a:ext cx="6033135" cy="650240"/>
            <a:chOff x="6439" y="7696"/>
            <a:chExt cx="9501" cy="1024"/>
          </a:xfrm>
          <a:solidFill>
            <a:schemeClr val="bg2">
              <a:lumMod val="75000"/>
            </a:schemeClr>
          </a:solidFill>
        </p:grpSpPr>
        <p:sp>
          <p:nvSpPr>
            <p:cNvPr id="19" name="object 10"/>
            <p:cNvSpPr/>
            <p:nvPr/>
          </p:nvSpPr>
          <p:spPr>
            <a:xfrm>
              <a:off x="8367" y="769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产品优势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object 10"/>
            <p:cNvSpPr/>
            <p:nvPr/>
          </p:nvSpPr>
          <p:spPr>
            <a:xfrm>
              <a:off x="6439" y="769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三</a:t>
              </a:r>
              <a:endParaRPr lang="zh-CN"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33215" y="2698750"/>
            <a:ext cx="6042025" cy="650240"/>
            <a:chOff x="6425" y="3266"/>
            <a:chExt cx="9515" cy="1024"/>
          </a:xfrm>
          <a:solidFill>
            <a:srgbClr val="C00000"/>
          </a:solidFill>
        </p:grpSpPr>
        <p:sp>
          <p:nvSpPr>
            <p:cNvPr id="22" name="object 10"/>
            <p:cNvSpPr/>
            <p:nvPr/>
          </p:nvSpPr>
          <p:spPr>
            <a:xfrm>
              <a:off x="8367" y="3266"/>
              <a:ext cx="7573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lang="zh-CN" altLang="en-US"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技术架构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3" name="object 10"/>
            <p:cNvSpPr/>
            <p:nvPr/>
          </p:nvSpPr>
          <p:spPr>
            <a:xfrm>
              <a:off x="6425" y="3266"/>
              <a:ext cx="1432" cy="1024"/>
            </a:xfrm>
            <a:custGeom>
              <a:avLst/>
              <a:gdLst/>
              <a:ahLst/>
              <a:cxnLst/>
              <a:rect l="l" t="t" r="r" b="b"/>
              <a:pathLst>
                <a:path w="5114925" h="684530">
                  <a:moveTo>
                    <a:pt x="0" y="0"/>
                  </a:moveTo>
                  <a:lnTo>
                    <a:pt x="5114544" y="0"/>
                  </a:lnTo>
                  <a:lnTo>
                    <a:pt x="5114544" y="684276"/>
                  </a:lnTo>
                  <a:lnTo>
                    <a:pt x="0" y="6842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12700" lvl="0" algn="ctr">
                <a:spcBef>
                  <a:spcPts val="95"/>
                </a:spcBef>
                <a:buClrTx/>
                <a:buSzTx/>
                <a:buFontTx/>
              </a:pPr>
              <a:r>
                <a:rPr sz="2000" b="1" spc="-1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一</a:t>
              </a:r>
              <a:endParaRPr sz="2000" b="1" spc="-1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49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三、产品优势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7017" y="1233169"/>
            <a:ext cx="2244496" cy="78291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数据安全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&amp;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知识私域化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7017" y="2302525"/>
            <a:ext cx="2244496" cy="423036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7017" y="2428636"/>
            <a:ext cx="2244496" cy="39781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私有化智能体平台将数据与知识完全保存在企业内部，防止业务数据与核心信息外泄。企业可自定义安全策略、访问权限与加密方式，实现数据全链路安全可控。知识库与模型本地运行，满足行业合规与安全要求，保障知识私域化与信息独立性。</a:t>
            </a:r>
            <a:endParaRPr lang="zh-CN" alt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69875" y="1233169"/>
            <a:ext cx="2244496" cy="78291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定制化能力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&amp;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业务贴合度高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69875" y="2302525"/>
            <a:ext cx="2244496" cy="423036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932733" y="1233169"/>
            <a:ext cx="2244496" cy="78291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资源可控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&amp;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系统可扩展性强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932733" y="2302525"/>
            <a:ext cx="2244496" cy="423036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295591" y="1233169"/>
            <a:ext cx="2244496" cy="78291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知识融合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&amp;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企业智慧积累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95591" y="2302525"/>
            <a:ext cx="2244496" cy="423036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658449" y="1233169"/>
            <a:ext cx="2244496" cy="782917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统一运营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&amp;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等线" panose="02010600030101010101" charset="-122"/>
              </a:rPr>
              <a:t>全生命周期管理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658449" y="2302525"/>
            <a:ext cx="2244496" cy="423036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575644" y="2428636"/>
            <a:ext cx="2244496" cy="39781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台支持灵活配置多类型智能体及提示词优化，企业可依据业务逻辑和流程自定义模型行为。智能体可与知识库、数据库、系统接口深度融合，精准理解并执行内部业务，生成符合企业语气与标准的内容，实现高贴合度智能应用。</a:t>
            </a:r>
            <a:endParaRPr lang="zh-CN" alt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933254" y="2428636"/>
            <a:ext cx="2244496" cy="39781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台支持模型、数据库与第三方智能体统一管理，企业可自主配置模型版本与部署架构，实现弹性扩展与性能优化。模块化设计便于系统快速集成与升级，避免厂商锁定，确保资源使用可控、系统可扩展、智能化建设稳健推进。</a:t>
            </a:r>
            <a:endParaRPr lang="zh-CN" alt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881" y="2428636"/>
            <a:ext cx="2244496" cy="39781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平台支持整合企业内部制度、业务、客户及项目数据，构建专属知识网络。智能体可在问答、纠错、问数中调用并优化知识，实现动态演进。系统不断积累组织经验与语境，助力企业知识传承与智慧决策智能化。</a:t>
            </a:r>
            <a:endParaRPr lang="zh-CN" alt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659491" y="2428636"/>
            <a:ext cx="2244496" cy="39781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defRPr/>
            </a:pPr>
            <a:r>
              <a:rPr lang="zh-CN" altLang="en-US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台提供智能体从创建、配置到监控、分析的全流程管理。管理员可统一管控模型、知识库、提示词与权限，并通过数据概览追踪使用成效。实现智能体可视化运营与持续优化，保障企业在安全与效率间的自主可控。</a:t>
            </a:r>
            <a:endParaRPr lang="zh-CN" alt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555" y="194945"/>
            <a:ext cx="9160510" cy="499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1000" indent="-381000" defTabSz="1217295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结语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PAFF_091117_cooperationreciproc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134640"/>
            <a:ext cx="5262880" cy="30073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2377" y="1794962"/>
            <a:ext cx="4278094" cy="3686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北京联通</a:t>
            </a:r>
            <a:r>
              <a:rPr lang="en-US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-Bold"/>
              </a:rPr>
              <a:t>AI</a:t>
            </a:r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引擎应用平台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以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“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模型国产化、平台标准化、应⽤场景化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”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为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目标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， </a:t>
            </a: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l"/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通过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大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模型与智能体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生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态结合，构建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AI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赋能的产业新底座。 </a:t>
            </a:r>
            <a:endParaRPr lang="en-US" altLang="zh-CN" sz="1800" kern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PingFang SC" panose="020B0400000000000000" pitchFamily="34" charset="-122"/>
            </a:endParaRPr>
          </a:p>
          <a:p>
            <a:pPr algn="l"/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l"/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它不仅是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一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个平台，更是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一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种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“AI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驱动业务创新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”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的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方法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论： </a:t>
            </a:r>
            <a:endParaRPr lang="en-US" altLang="zh-CN" sz="1800" kern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PingFang SC" panose="020B0400000000000000" pitchFamily="34" charset="-122"/>
            </a:endParaRPr>
          </a:p>
          <a:p>
            <a:pPr algn="l"/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l"/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让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"/>
              </a:rPr>
              <a:t>AI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真正落地政企现场、链接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算力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与</a:t>
            </a:r>
            <a:r>
              <a:rPr lang="zh-CN" altLang="en-US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智慧</a:t>
            </a:r>
            <a:r>
              <a:rPr lang="zh-CN" altLang="zh-CN" sz="18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pitchFamily="34" charset="-122"/>
              </a:rPr>
              <a:t>。</a:t>
            </a:r>
            <a:endParaRPr lang="en-US" altLang="zh-CN" sz="1800" kern="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PingFang SC" panose="020B0400000000000000" pitchFamily="34" charset="-122"/>
            </a:endParaRPr>
          </a:p>
          <a:p>
            <a:pPr algn="l"/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l"/>
            <a:r>
              <a:rPr lang="en-US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-Bold"/>
              </a:rPr>
              <a:t>“</a:t>
            </a:r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赋能千</a:t>
            </a:r>
            <a:r>
              <a:rPr lang="zh-CN" altLang="en-US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行</a:t>
            </a:r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百业，让</a:t>
            </a:r>
            <a:r>
              <a:rPr lang="en-US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-Bold"/>
              </a:rPr>
              <a:t>AI</a:t>
            </a:r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成为</a:t>
            </a:r>
            <a:r>
              <a:rPr lang="zh-CN" altLang="en-US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生产力</a:t>
            </a:r>
            <a:r>
              <a:rPr lang="zh-CN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PingFang SC Semibold" panose="020B0400000000000000" pitchFamily="34" charset="-122"/>
              </a:rPr>
              <a:t>。</a:t>
            </a:r>
            <a:r>
              <a:rPr lang="en-US" altLang="zh-CN" sz="1800" b="1" kern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BearSansUI-Bold"/>
              </a:rPr>
              <a:t>”</a:t>
            </a:r>
            <a:endParaRPr lang="zh-CN" altLang="zh-CN" sz="1800" kern="1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buClr>
                <a:srgbClr val="C00000"/>
              </a:buClr>
            </a:pP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3240</Words>
  <Application>WPS 演示</Application>
  <PresentationFormat>宽屏</PresentationFormat>
  <Paragraphs>337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53" baseType="lpstr">
      <vt:lpstr>Arial</vt:lpstr>
      <vt:lpstr>宋体</vt:lpstr>
      <vt:lpstr>Wingdings</vt:lpstr>
      <vt:lpstr>Franklin Gothic Book</vt:lpstr>
      <vt:lpstr>苹方-简</vt:lpstr>
      <vt:lpstr>黑体</vt:lpstr>
      <vt:lpstr>Helvetica</vt:lpstr>
      <vt:lpstr>HYDaHeiJ</vt:lpstr>
      <vt:lpstr>华文宋体</vt:lpstr>
      <vt:lpstr>微软雅黑</vt:lpstr>
      <vt:lpstr>汉仪旗黑</vt:lpstr>
      <vt:lpstr>Arial</vt:lpstr>
      <vt:lpstr>Calibri</vt:lpstr>
      <vt:lpstr>汉仪书宋二KW</vt:lpstr>
      <vt:lpstr>华文中宋</vt:lpstr>
      <vt:lpstr>MSDW</vt:lpstr>
      <vt:lpstr>等线</vt:lpstr>
      <vt:lpstr>Calibri</vt:lpstr>
      <vt:lpstr>Rockwell</vt:lpstr>
      <vt:lpstr>Wingdings</vt:lpstr>
      <vt:lpstr>PingFang SC Semibold</vt:lpstr>
      <vt:lpstr>BearSansUI-Bold</vt:lpstr>
      <vt:lpstr>PingFang SC</vt:lpstr>
      <vt:lpstr>BearSansUI</vt:lpstr>
      <vt:lpstr>Times New Roman</vt:lpstr>
      <vt:lpstr>Helvetica Neue</vt:lpstr>
      <vt:lpstr>宋体</vt:lpstr>
      <vt:lpstr>Arial Unicode MS</vt:lpstr>
      <vt:lpstr>汉仪中等线KW</vt:lpstr>
      <vt:lpstr>汉仪中黑KW</vt:lpstr>
      <vt:lpstr>Thonburi</vt:lpstr>
      <vt:lpstr>BearSansUI</vt:lpstr>
      <vt:lpstr>BearSansUI-Bold</vt:lpstr>
      <vt:lpstr>MSDW</vt:lpstr>
      <vt:lpstr>华文中宋</vt:lpstr>
      <vt:lpstr>微软雅黑</vt:lpstr>
      <vt:lpstr>等线</vt:lpstr>
      <vt:lpstr>黑体</vt:lpstr>
      <vt:lpstr>宋体-简</vt:lpstr>
      <vt:lpstr>1_Office 主题​​</vt:lpstr>
      <vt:lpstr>PowerPoint 演示文稿</vt:lpstr>
      <vt:lpstr>目录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田元兵</dc:creator>
  <cp:lastModifiedBy>小依Chloe</cp:lastModifiedBy>
  <cp:revision>501</cp:revision>
  <dcterms:created xsi:type="dcterms:W3CDTF">2026-04-27T07:19:34Z</dcterms:created>
  <dcterms:modified xsi:type="dcterms:W3CDTF">2026-04-27T07:19:34Z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80936F19F03A314BC90DEF6960AAE395_43</vt:lpwstr>
  </property>
  <property fmtid="{D5CDD505-2E9C-101B-9397-08002B2CF9AE}" pid="3" name="KSOProductBuildVer">
    <vt:lpwstr>2052-6.13.2.8918</vt:lpwstr>
  </property>
</Properties>
</file>